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12일  |  MVP Phase 1 완성 + 쿠폰·PWA·주문상세 구현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Phase 1 MVP 진행 현황 (4/12 기준)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인증 / 회원가입 + 지갑 자동생성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탭 UI + 검색 + 가맹점 목록/상세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33502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801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16093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 탭 (충전·보내기·거래내역)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66420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60934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1938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PICK주문 탭 + 취소 + 재주문 + 리뷰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99339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93852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2677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장바구니 + 메뉴 옵션 선택 + 배달 주소 연동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32257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26771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5968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65176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59689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98094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9260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32552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31012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325526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35844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시스템 + 친구 초대 레퍼럴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63931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58444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39136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쿠폰 시스템 (관리자·사장님·사용자 전체)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968496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91363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2428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PWA 설치 배너 + manifest + 앱 아이콘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4297680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4242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5720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상세 페이지 + 에러/로딩/404 페이지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626864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5720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49011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(주문·상태 실시간 추적)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956048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90118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5230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DB RPC 함수 (상태변경·PICK적립·차감)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5285232"/>
            <a:ext cx="5029200" cy="13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52303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100%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57200" y="555955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FCM 푸시 알림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434840" y="5614416"/>
            <a:ext cx="5029200" cy="13716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601200" y="555955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0%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38개+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70" name="Text 68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73" name="Text 71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580C"/>
                </a:solidFill>
              </a:rPr>
              <a:t>1개</a:t>
            </a:r>
            <a:endParaRPr lang="en-US" sz="1800" dirty="0"/>
          </a:p>
        </p:txBody>
      </p:sp>
      <p:sp>
        <p:nvSpPr>
          <p:cNvPr id="74" name="Text 72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(4/12 기준)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6984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6984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1208" y="155448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Supabase Auth 이메일 로그인/회원가입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21208" y="191109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서버 API 회원가입 + 지갑 자동생성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21208" y="226771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RBAC 미들웨어 (user/owner/rider/admin)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208" y="262432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프로필 수정 + 다중 배달 주소 관리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1208" y="298094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친구 초대 레퍼럴 (50 PICK 보상)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96012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06984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06984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PWA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0288" y="155448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홈: 카테고리 그리드 + 인기가게 + 프로모션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90288" y="191109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지갑: 실잔액 + 충전 + PICK 보내기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90288" y="226771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90288" y="262432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알림 드로어 + 자동 알림 트리거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90288" y="298094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PWA manifest + 앱 설치 배너 (Android/iOS)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58200" y="356616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0" y="367588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0" y="367588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59368" y="416052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가맹점 목록 (카테고리/검색 필터)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659368" y="451713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가맹점 상세 + 메뉴 + 리뷰 목록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659368" y="487375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메뉴 옵션 선택 UI (OptionSelectModal)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659368" y="523036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쿠폰 적용 + PICK 할인 + 배달 메모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59368" y="558698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주문 생성 + PICK 차감 + 완료 적립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6616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67588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67588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1208" y="416052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가게 등록 + 설정 + 쿠폰 관리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21208" y="451713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21208" y="487375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메뉴 옵션 그룹/옵션 CRUD UI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21208" y="523036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매출 통계 대시보드 + 주간 차트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21208" y="558698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신규 주문 소리 알림 (Web Audio API)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389120" y="617220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26280" y="628192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26280" y="6281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기능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90288" y="676656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배달 수락 버튼 → PICK 자동 지급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90288" y="712317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실시간 위치 공유 (rider_locations)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590288" y="747979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수익 내역 실DB + 주간/월간 차트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90288" y="783640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배달 완료 → 라이더 PICK 정산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90288" y="819302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활성 라이더 배달 요청 알림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458200" y="617220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0" y="628192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0" y="6281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관리자 / UX 인프라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659368" y="676656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관리자: 유저 목록 + PICK 직접 지급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659368" y="712317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관리자: 가게 승인 + 쿠폰 전체 관리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659368" y="747979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659368" y="783640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setup-functions.sql (RPC 3개)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659368" y="819302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add-coupons.sql 쿠폰 테이블 마이그레이션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 MVP 완성! 쿠폰·PWA·주문상세·에러/로딩까지 전체 구현 완료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🔴 즉시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DB 마이그레이션 실행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add-coupons.sql 실행 (쿠폰 테이블)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테이블 등록 확인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샘플 데이터 투입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7316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seed-stores.sql 실행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6개 가맹점 + 메뉴 데이터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owner_id 실계정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7824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283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4283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관리자 계정 설정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7940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Supabase에서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UPDATE users SET role='admin'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/admin/dashboard 접근 확인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Phase 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FCM 푸시 알림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Firebase Admin SDK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주문 상태 변경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신규 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3659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3659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카카오맵 내비 연동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7316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배달 현황 지도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픽업지·배달지 경로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useKakaoMap 훅 실동작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4283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4283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다크모드 지원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7940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Tailwind dark: 클래스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시스템 다크모드 자동 감지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로컬스토리지 테마 설정 저장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🟢 Phase 3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카카오페이 / 토스페이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결제 모듈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+ 현금 혼합 결제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환불 플로우 구현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659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3659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오프라인 지원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77316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서비스 워커 캐싱 전략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오프라인 주문 내역 조회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Background Sync 활용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77824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4283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4283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광고 시스템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97940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가맹점 상단 노출 광고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광고 단가 PICK 결제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광고 승인 관리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1~2개월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로그인 / 회원가입 + 지갑 자동생성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891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홈 탭 + 검색 + 인기가게 + 프로모션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3891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지갑·주문·리뷰·레퍼럴·알림 시스템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891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사장님 / 라이더 / 관리자 전체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891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쿠폰 시스템 (3종) + 관리자 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891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PWA 설치 배너 + 에러/404/로딩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8912" y="523036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주문 상세 실시간 추적 페이지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8912" y="570585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FCM 푸시 알림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2900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~3개월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7764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7764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진행 예정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FCM 푸시 알림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9359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카카오맵 내비 연동 (라이더)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9359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PICK 등급 혜택 적용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59359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다크모드 지원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59359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매출 고급 통계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9359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가맹점 광고 노출 시스템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8368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084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208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4~6개월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3232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예정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4827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카카오페이 / 토스페이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74827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PWA 오프라인 (서비스 워커)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74827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가맹점 광고 시스템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4827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Sentry 모니터링 연동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74827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Redis 캐싱 레이어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74827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성능 최적화 (Lighthouse)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73836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7552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87552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87552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28700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28700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90295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Network SDK 인증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90295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코인 결제 연동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90295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PICK ↔ Pi 토큰 전환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90295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기반 정산 시스템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2026-04-12T00:53:12Z</dcterms:created>
  <dcterms:modified xsi:type="dcterms:W3CDTF">2026-04-12T00:53:12Z</dcterms:modified>
</cp:coreProperties>
</file>