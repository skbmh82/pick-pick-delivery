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16일  |  레퍼럴 재설계 · 리뷰보상 연동 · 라이더 5km 필터 · 자동오프라인 Cron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(4/16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90" name="Text 88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60개+</a:t>
            </a:r>
            <a:endParaRPr lang="en-US" sz="1800" dirty="0"/>
          </a:p>
        </p:txBody>
      </p:sp>
      <p:sp>
        <p:nvSpPr>
          <p:cNvPr id="91" name="Text 89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94" name="Text 92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95" name="Text 93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98" name="Text 96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99" name="Text 97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(4/16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1~3 완성! 55개+ 기능 구현 · 미착수 기능 0개 · Pi Network 연동만 남음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2026-04-16T10:02:55Z</dcterms:created>
  <dcterms:modified xsi:type="dcterms:W3CDTF">2026-04-16T10:02:55Z</dcterms:modified>
</cp:coreProperties>
</file>