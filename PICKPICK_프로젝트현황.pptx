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7월 3일  |  서류 인증 · 3상태 심사 · 거리별 배달비 · 관리자 UX 강화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(8/4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57200" y="8266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 코드 레퍼럴 플로우 재설계 + 카카오 레퍼럴 버그 수정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601200" y="82661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57200" y="85587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관리형 프로모션 배너 시스템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601200" y="8558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57200" y="88513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로그인 UX 개선 + 환경 감지 + FCM 알림 팝업 개선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8851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457200" y="91440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역할별 보상 + 5명 한도 + 조건부 지급 시스템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01200" y="91440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457200" y="9436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인증 시스템 (가게·라이더) + 3상태 승인 (null/true/false)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601200" y="94366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57200" y="97292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배달비 구역 (delivery_zones) + Haversine 거리 계산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601200" y="97292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57200" y="100218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서류 이미지 뷰어 (dialog top-layer) + 라이더 배달 차단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601200" y="100218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34" name="Text 132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90개+</a:t>
            </a:r>
            <a:endParaRPr lang="en-US" sz="1800" dirty="0"/>
          </a:p>
        </p:txBody>
      </p:sp>
      <p:sp>
        <p:nvSpPr>
          <p:cNvPr id="135" name="Text 133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38" name="Text 136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42" name="Text 140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43" name="Text 141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06. 29 (Day 17)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🎨  Pi 로그인 UX · FCM 알림 개선 · 출석 UI · Pi 환경 감지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로그아웃 버튼 복원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페이지 로그아웃 버튼 재추가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공지사항·FAQ 아래 배치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handleSignOut 기존 함수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빨간 LogOut 아이콘 적용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FCM 알림 팝업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Chrome: user gesture 없이 팝업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자동 requestPermission()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사장님(amber)·라이더(sky) 배너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'허용하기' 버튼 클릭 시 팝업 표시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환경 감지 개선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UA 'PiBrowser' 감지 → 자동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도메인 .pinet.com/.minepi.com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기본: 이메일 표시 (Pi 환경만 자동 전환)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Desktop 지원 (도메인 기반)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PiSdkLoader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/login·/register 페이지 SDK 로드 건너뜀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Chrome window.Pi mock 오염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PiLogin이 직접 loadPiSdk() 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후 정상 페이지에서만 SDK 로드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출석 주차 표시 제거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 출석 현황' → '연속 출석 현황'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주·X일 연속' → 'X일 연속 🔥'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매일 50 PICK · 7연속 달성 +100 PICK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하루 미체크 시 다음날 1일차로 리셋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로그인 버튼 디자인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버튼 위로 이동 (최상단)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보라 그라데이션 풀버튼 (#4C1D95→#A855F7)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이메일 로그인 버튼 파랑 (#1d4ed8→#38bdf8)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세 버튼 색상 명확히 구분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06. 29 (Day 18)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레퍼럴 보안 강화 · 역할별 보상 · 조건부 지급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역할별 레퍼럴 보상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user:  5,000 PICK (즉시 지급)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20,000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10,000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5,000 PICK 고정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초대자 5명 제한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완료된 보상 + pending 합산 카운트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5명 초과 시 초대자 보상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피초대자는 여전히 보상 수령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한도 초과 시 알림만 발송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부정 사용 시나리오 분석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단일계정 역할 사이클링 → 차단됨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다계정 반복 (이메일 환경 위험)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가짜 사장님 이탈 (PICK만 취득)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전용 전환 시 다계정 자연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pending_referral_rewards 테이블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조건 타입: owner_first_order / rider_first_delivery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invitee_amount + referrer_amount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fulfilled 플래그로 상태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unique index (미완료 1건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조건부 보상 지급 로직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가게 등록 + 첫 주문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첫 배달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alreadyUsed: wallet_txn + pending 모두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환경변수로 보상액 설정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자동 지급 처리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orders status='delivered' 시 자동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pending 각각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첫 주문/배달 count=1 확인 후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 + 초대자 모두 알림 발송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03 (Day 19)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📋  서류 인증 · 차량 유형 확장 · 거리별 배달비 구역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주문 시 전화번호 필수 검증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생성 전 phone 필드 필수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없으면 입력 유도 팝업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전환 시 phone null 사이드이펙트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my-pick 프로필 편집 연동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사업자등록증 업로드 필수화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등록 폼 businessRegImageUrl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Zod Required 유효성 강제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Supabase pick-pick-image 버킷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등록 API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서류 제출 플로우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3종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각 이미지 Storage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rider_documents 테이블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배달 배정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차량 유형 자동차 추가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motorcycle·scooter·bicycle에 car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ALTER TYPE enum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API·폼 ENUM 동기화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라이더 데이터 호환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거리별 배달비 구역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테이블 신설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km 단위 구역 + 구역별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상세 + 주문 API 연동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미승인 라이더 배달 차단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NULL/false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/api/rider/accept API 레벨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레이아웃 심사중 배너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1F2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23C"/>
                </a:solidFill>
              </a:rPr>
              <a:t>📅  2026. 07. 03 (Day 20)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3상태 승인 시스템 · 관리자 서류 심사 UI · 이미지 뷰어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가게 3상태 승인 시스템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null=심사중, true=승인, false=반려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is_approved NULL 기본값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사장님에게 알림 자동 발송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🏍️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라이더 3상태 승인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NULL/true/false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라이더 null 상태로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시 배달 자동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서류 이미지 뷰어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&lt;dialog&gt; showModal() top-layer 방식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z-index·overflow 충돌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iOS PWA 뒤로가기 안전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화면 탭 or Esc로 닫기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가게 심사 UI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사업자등록증 이미지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주소·카테고리·사장님 정보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+ 반려 사유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 상태 배지 (심사중/승인/반려)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라이더 심사 UI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뷰어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기본 정보 + 차량 유형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이미지 탭 → 전체화면 확대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역할 기반 접근 제어 강화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가게 공개 노출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라이더 배달 배정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심사중 라이더 전용 레이아웃 배너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</a:rPr>
              <a:t>📅  2026. 07. 06 (Day 21)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🛵  배달 설정 대개편 — 배달비·서비스 반경·예상시간 거리 연동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사장님·라이더 알람 안정화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AudioContext 재정지 문제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맑은 Web Audio 벨소리 복원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알람 pendingCount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 누락돼도 확실히 울림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🧮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배달비 미리보기 = 청구액 일치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resolveDeliveryFee 공용 헬퍼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API·미리보기 API 단일 소스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표시 = 실제 청구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불일치(예 32,500→31,500)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거리 할증 배달비 모델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구역 테이블 → 기본구간+비례 할증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초과 거리 정비례(10원 반올림)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예) 기본5km/2000·2km당1000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7km=3,000 · 10km=4,500원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서비스 반경 통합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노출 반경 = 배달 한계 일원화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1~20km 단일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내 노출 +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밖 자동 배달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예상 시간 거리 연동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 시간 + 거리×(km당 이동)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5분 단위 반올림 자동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'예상 도착 약 N분'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시간 미리보기 제공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DB 스키마 확장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stores 6개 컬럼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delivery_base_km/surcharge_unit/fee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prep_time_min/travel_per_km_min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방식 폐지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07. 07 (Day 22)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Pi 생태계 전용 로그인 안내 · 초대 보상 표시 수정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79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91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591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272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Pi 전용 로그인 화면 안내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140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생태계 전용 서비스임을 명시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Browser 로그인 = 정식 경로 강조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카카오·이메일 → 점선 박스로 분리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'🔧 개발자 검토·테스트용' 배지 부착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심사·테스트 목적 안내로 오해 방지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420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초대 보상 표시 버그 수정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'내가 받은 보상' 계산 오류 수정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(건수 × 50 → 실제 지급액 합산)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지갑엔 5,000 정상 적립, 표시만 50P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wallet_transactions 금액 그대로 집계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대기 중(사장님·라이더) 초대도 실적 포함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</a:rPr>
              <a:t>📅  2026. 07. 07 (Day 23)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🔔  알림 = '영업/운행 시작' 스위치 통합 · 사장님·라이더 헤더 UX 정리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'영업/운행 시작' 스위치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종·스피커 버튼의 정체 모호 문제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브라우저 정책상 필요한 알림 arm을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시작'·'운행 시작' 행동에 녹임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누르면 확인음 + 영업/운행 시작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사장님 영업 토글 일원화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중복 '영업 시작' 버튼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 헤더 영업 토글 하나로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(is_open 오픈 + 알림을 함께 처리)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중' 표기 중복 혼란 해소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라이더 문구 통일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온라인/오프라인 → '운행 중/운행 시작'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꺼진 상태 = 행동형 '시작' 라벨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프로필 상태 배지도 동일하게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'영업 중'과 톤 일치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🔕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알림 꺼짐 감지 배너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영업/운행 중이나 이번 세션 알림 미활성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헤더 아래 얇은 띠로 '알림 켜기' 안내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탭하면 알림만 arm (영업상태 불변)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상단바에서 분리 → 심플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♻️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재진입 알림 오표시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갔다와도 알림 다시 눌러야 하던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오표시 제거. isOrderSoundArmed()로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오디오(컨텍스트) 상태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이미 켜져 있으면 배너 안 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헤더 UX 심플화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타이틀 중앙 정렬 + 확대(text-xl)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가게명·이름 서브텍스트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뒤로가기 → '‹ MyPICK' 라벨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양옆 버튼 축소로 타이틀 강조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8D9"/>
                </a:solidFill>
              </a:rPr>
              <a:t>📅  2026. 07. 22 (Day 24)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🧹  테스트넷 데이터 클린업 · 초대 어뷰징 방지 · 관리자 지표 정상화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테스트넷 데이터 클린업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중복 관리자·비-Pi 테스트 계정 정리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주인 없는 고아 시드 가게 삭제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(Pi 유저·데모 카탈로그·본인 계정 보존)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가맹점 37 → 21로 정상화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Pi 리셋 중복 계정 방지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테스트넷 리셋로 pi_uid 바뀌어도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같은 pi_username 계정에 재연결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PI_RELINK_BY_USERNAME(테스트넷 전용)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로그인 이메일·비번 자동 갱신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초대 어뷰징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양방향(서로) 초대 차단 → 자기초대 파밍 방지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초대코드 입력·출석부에 전환 안내 노출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어뷰징 감사 SQL(pick-abuse-audit)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파밍 클러스터 30,050 PICK 회수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🗓️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출석 활동 보너스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최근 7일 실주문 있으면 출석 +50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순수 탭 파밍 50 / 실이용 유저 100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진짜 이용 → 보상 연결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지갑 UI에 보너스 표시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PICK 전환 정책 문서화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테스트넷→메인넷 비율 전환 정책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출처별 가중치(실주문1.0/초대0.5/출석0.2)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KYC 게이트·어뷰징 제외·산정 공식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docs/pick-conversion-policy.md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관리자 지표 정상화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PICK 유통량을 Pi 인증 유저만 집계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(테스트 계정 대량 충전 왜곡 제거)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454,230 → 실제 Pi 분배 ~15,750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대시보드 라벨 'Pi 기준' 명시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23 (Day 25)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🏍️  라이더 UX 수정 · 보상/전환 정책 보강 · FAQ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515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2710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2527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🏍️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13258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라이더 '심사 대기' 배너 플래시 수정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19659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승인된 라이더도 진입 시 '서류 심사 대기'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배너가 잠깐 뜨던 문제(초기값 false).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isApproved를 3-상태(null/true/false)로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바꿔 조회 완료 후에만 표시.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10515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0528" y="12710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2527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23760" y="13258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전환 정책·감사 보강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65392" y="19659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라이더 배달 수익 가중치(1.0) 명시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'잔액 아닌 출처' 원칙 + 전송받은 PICK 제외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자기거래 링·전송 몰빵 감사 쿼리 추가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(다계정 몰빵으로 KYC 우회 차단)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7856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🏅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0" y="3840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라이더 등급 중립화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6112" y="44805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미적용 혜택 '배달비 +X% 보너스' 제거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→ '누적 수익 레벨'로 게이미피케이션화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등급 혜택 로직은 메인넷 숙제로 보류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(경제 확정 후 설계)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3566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10528" y="37856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223760" y="3840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FAQ·공지 실제화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65392" y="44805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옛날/미구현 문구 교정: 초대 50→역할별,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리뷰 10→사진리뷰 보상, 첫주문 30 삭제,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PICK결제→혼합결제, 등급혜택→메인넷 예정,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배달시간·배달비 거리연동, Pi 로그인 반영.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490"/>
                </a:solidFill>
              </a:rPr>
              <a:t>📅  2026. 08. 04 (Day 26)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🚀  온보딩·활성화 넛지 + DB 보안 하드닝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온보딩 초대코드 입력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Pi 신규 가입(역할 선택) 화면에 초대코드칸 추가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referral/use 연동(역할 설정 + 5,000 PICK)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지금까지 초대 유입 0이던 원인(입력 순간 부재)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해소 → 바이럴 루프 가동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🗓️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홈 출석 게이트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검색바 자리에 '오늘 출석 +N PICK' 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원탭 체크인 → '완료' 잠깐 → 검색바 전환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지갑에 숨어있던 출석을 홈 최상단으로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(출석 활성률 6% 개선 목적)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RLS 활성화 (보안 경고 해결)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공개 접근되던 5개 테이블 RLS 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(coupons·user_coupons·store_hours·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daily_checkins·pending_referral_rewards)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Supabase 메일 경고 원인 제거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함수 search_path 고정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public 함수의 mutable search_path 경고 제거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'public, pg_temp'로 고정(호출자 상속 차단)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앱 동작 영향 없음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18개 함수 일괄 하드닝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PICK 함수 anon 실행 차단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reward/deduct/refund/spend_pick·update_order_status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를 service_role 전용으로 (anon·authenticated 회수)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누구나 REST로 PICK 자가발행하던 경로 폐쇄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앱은 서버(admin) 호출이라 정상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무단 유용 감사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전 지갑거래를 출처 원장과 대사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출석 309건=309행 완벽 일치, 미분류 0건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→ 취약점은 열렸었지만 악용 흔적 없음 확인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235"/>
                </a:solidFill>
              </a:rPr>
              <a:t>(라이더 불일치는 정리 작업 부수효과)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2026-08-04T10:53:30Z</dcterms:created>
  <dcterms:modified xsi:type="dcterms:W3CDTF">2026-08-04T10:53:30Z</dcterms:modified>
</cp:coreProperties>
</file>