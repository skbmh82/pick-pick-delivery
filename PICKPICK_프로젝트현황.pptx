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7월 3일  |  서류 인증 · 3상태 심사 · 거리별 배달비 · 관리자 UX 강화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(7/7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57200" y="70957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취소 즉시 반영 · calling_rider 상태 흐름 재설계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0" y="709574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738835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pending 흐름 · 라이더 heartbeat · Pi Network 플랜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0" y="738835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768096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다중 가게 통합 조회 · 안드로이드 알람 Web Audio 선예약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1200" y="7680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457200" y="79735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SDK 통합 · 개발자 체크리스트 10/10 · Ecosystem Listing 신청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601200" y="797356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457200" y="82661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 코드 레퍼럴 플로우 재설계 + 카카오 레퍼럴 버그 수정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601200" y="82661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57200" y="85587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관리형 프로모션 배너 시스템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601200" y="85587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457200" y="88513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로그인 UX 개선 + 환경 감지 + FCM 알림 팝업 개선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601200" y="88513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457200" y="91440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역할별 보상 + 5명 한도 + 조건부 지급 시스템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601200" y="91440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457200" y="94366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서류 인증 시스템 (가게·라이더) + 3상태 승인 (null/true/false)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4434840" y="94914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434840" y="94914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601200" y="94366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457200" y="97292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거리별 배달비 구역 (delivery_zones) + Haversine 거리 계산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4434840" y="97840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434840" y="97840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601200" y="97292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457200" y="100218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서류 이미지 뷰어 (dialog top-layer) + 라이더 배달 차단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4434840" y="100766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434840" y="100766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9601200" y="100218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34" name="Text 132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90개+</a:t>
            </a:r>
            <a:endParaRPr lang="en-US" sz="1800" dirty="0"/>
          </a:p>
        </p:txBody>
      </p:sp>
      <p:sp>
        <p:nvSpPr>
          <p:cNvPr id="135" name="Text 133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38" name="Text 136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139" name="Text 137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42" name="Text 140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143" name="Text 141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17 (Day 12)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취소 즉시 반영 · calling_rider 상태 흐름 재설계 · RLS 정책 추가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주문현황보기 홈이동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clearLastOrder() onClick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클릭 시 useEffect(!lastOrder)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→ /home 강제 이동 원인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현황 페이지 정상 이동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취소 감지 즉시 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Polling 10s → 5s 단축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주문 감지 즉시 알림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useStoreOrderStatusRealtime 연동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calling_rider 상태 흐름 재설계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수락 API: 상태별 분기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ready → picked_up 즉시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calling_rider → 상태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rider_id만 배정, 조리완료 대기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라이더 배달 페이지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calling_rider: '조리 대기' 레이블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ready: '픽업 대기' + 픽업완료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activeStatuses에 calling_rider·ready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후 주문 사라짐 버그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Supabase RLS 정책 추가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미배정 주문 조회 권한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riders_can_read_available_orders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status IN (ready, calling_rider)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AND rider_id IS NULL 조건 추가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activeStatuses 전반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 API: calling_rider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deliveries: ready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dashboard: 취소 감지 폴링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prevOrderCountRef 초기화 버그 수정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20 (Day 13)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흐름 재설계 · 라이더 안정성 · Pi Network 연동 플랜 수립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pending 흐름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 결제도 pending으로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수락 후 confirmed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화면: '사장님 수락 대기'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stats API pending 감지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대시보드 알람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신규주문 카운트 pending 기준 수정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취소 시 알람 즉시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감지 3중 보호 구조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(Realtime + 폴링 + pendingCount)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자동오프라인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 상태 시 8분마다 heartbeat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GPS 좌표 자동 갱신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Cron 10분 기준 절대 미도달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닫으면 자동오프라인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조리완료 → 라이더 즉시 반영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 탭 5초 폴링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조리완료 → 최대 5초 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화면 픽업 완료 버튼 출현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 버튼 라벨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버튼 라벨 정확화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픽업 완료(파랑) ready→picked_up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출발(주황) picked_up→delivering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완료(초록) delivering→delivered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직관적 흐름으로 개선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Network 연동 마스터 플랜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 Network 현황 조사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유지 + Pi SDK 추가 구조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5단계 로드맵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feature/pi-integration 브랜치 전략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📅  2026. 04. 20 (Day 14)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다중 가게 주문 통합 · 안드로이드 알람 안정화 · Vercel 정리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사장님 다중 가게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limit(1) → 전체 가게 IN 쿼리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모든 소유 가게 주문 통합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Realtime도 storeIds 배열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핸드폰 주문 사장님 화면 미표시 해결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안드로이드 알람 Web Audio 전환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HTMLAudioElement → AudioContext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Web Audio 선예약 방식 도입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30초 분량 비프 미리 스케줄링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JS 타이머 throttle 완전 우회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AudioContext 안정성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suspended → resume() 자동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visibilitychange로 포그라운드 복구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OfflineAudioContext 미리 렌더링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 gesture 컨텍스트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Vercel 중복 프로젝트 정리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3개 중복 배포 → 1개로 통합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pickpick-delivery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pickpick-business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pick-pick-delivery 단일 운영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Pi Network PICK 토큰 전략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현재: DB 포인트로 카운팅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파이 메인넷 오픈 후 실 토큰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TGE 에어드랍 방식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사용자 소급 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Realtime 훅 배열 지원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useStoreOrderRealtime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string | string[] 타입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storeIds 배열로 멀티 가게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INSERT/UPDATE 이벤트 모두 적용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22 (Day 15)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π  Pi Network SDK 연동 · 개발자 체크리스트 10/10 완료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SDK 앱 통합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pi-sdk.js layout에 Script 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types/pi.d.ts 타입 선언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Pi.init() + Pi.authenticate()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usePiPayment 커스텀 훅 작성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개발자 체크리스트 10/10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등록 ~ Domain Validation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PiNet 서브도메인 (plckplck1042)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 결제 트랜잭션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Completed Steps: 10 of 10 달성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🔌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서버 API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/api/pi/approve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/api/pi/complete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PI_API_KEY 환경변수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Production 환경 적용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🧪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테스트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/pi-test 전용 페이지 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없이 결제 테스트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실시간 로그 화면 출력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0.001π Testnet 결제 성공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Ecosystem Listing 준비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/brand/intro (400×400 OG 이미지)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/brand/preview (750×1500 프리뷰)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/privacy 개인정보처리방침 페이지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/terms 이용약관 페이지 생성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Ecosystem Listing 신청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Privacy Policy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Terms of Service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 Name · Subtitle · Category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Apply for Unverified Listing 진행 중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22 (Day 16)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💱  Pi ↔ 달러 ↔ 원화 계산기 완성 · 실시간 환율 연동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createSession → generateLink 교체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GoTrueAdminApi TS 빌드 오류 해결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verifyOtp(hashed_token) 세션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배포 차단 문제 해소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버튼 제거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Browser UA 감지 불일치 문제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Network 생태계 차단으로 동작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테스트넷 승인 후 재추가 예정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페이지 이메일 전용으로 원복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💱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↔ 달러 ↔ 원화 계산기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입력 → 원화 자동계산 (환율×)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원화 입력 → 달러 자동계산 (환율÷)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시세 변경 시 수량 섹션 즉시 재계산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localStorage에 설정값 자동 저장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실시간 환율 자동 조회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open.er-api.com (시간당 갱신)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환율 자동 적용 · 수동 수정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기준일 + 출처(실시간/CDN)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Fallback: fawazahmed0 CDN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🏦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한국수출입은행 API 시도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공식 매매기준율 API 연동 시도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해외(Vercel US) IP 차단으로 미작동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KOREAEXIM_API_KEY 발급·설정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향후 국내 서버 이전 시 재적용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계산기 UI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 π = $X = ₩Y 요약 뱃지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환율 설정 박스 자동완성 UI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[실시간] 초록 / [CDN] 주황 구분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수량↔원화 양방향 변환 유지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06. 29 (Day 17)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🎨  Pi 로그인 UX · FCM 알림 개선 · 출석 UI · Pi 환경 감지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로그아웃 버튼 복원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MyPICK 페이지 로그아웃 버튼 재추가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공지사항·FAQ 아래 배치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handleSignOut 기존 함수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빨간 LogOut 아이콘 적용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FCM 알림 팝업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Chrome: user gesture 없이 팝업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자동 requestPermission()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사장님(amber)·라이더(sky) 배너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'허용하기' 버튼 클릭 시 팝업 표시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환경 감지 개선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UA 'PiBrowser' 감지 → 자동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도메인 .pinet.com/.minepi.com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기본: 이메일 표시 (Pi 환경만 자동 전환)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Desktop 지원 (도메인 기반)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PiSdkLoader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/login·/register 페이지 SDK 로드 건너뜀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Chrome window.Pi mock 오염 방지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PiLogin이 직접 loadPiSdk() 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후 정상 페이지에서만 SDK 로드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출석 주차 표시 제거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 출석 현황' → '연속 출석 현황'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주·X일 연속' → 'X일 연속 🔥'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매일 50 PICK · 7연속 달성 +100 PICK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하루 미체크 시 다음날 1일차로 리셋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로그인 버튼 디자인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버튼 위로 이동 (최상단)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보라 그라데이션 풀버튼 (#4C1D95→#A855F7)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이메일 로그인 버튼 파랑 (#1d4ed8→#38bdf8)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세 버튼 색상 명확히 구분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38CA"/>
                </a:solidFill>
              </a:rPr>
              <a:t>📅  2026. 06. 29 (Day 18)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레퍼럴 보안 강화 · 역할별 보상 · 조건부 지급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역할별 레퍼럴 보상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user:  5,000 PICK (즉시 지급)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20,000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10,000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5,000 PICK 고정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초대자 5명 제한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완료된 보상 + pending 합산 카운트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5명 초과 시 초대자 보상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피초대자는 여전히 보상 수령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한도 초과 시 알림만 발송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부정 사용 시나리오 분석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단일계정 역할 사이클링 → 차단됨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다계정 반복 (이메일 환경 위험)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가짜 사장님 이탈 (PICK만 취득)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전용 전환 시 다계정 자연 차단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💾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pending_referral_rewards 테이블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조건 타입: owner_first_order / rider_first_delivery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invitee_amount + referrer_amount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fulfilled 플래그로 상태 관리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unique index (미완료 1건 제한)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조건부 보상 지급 로직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가게 등록 + 첫 주문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첫 배달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alreadyUsed: wallet_txn + pending 모두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환경변수로 보상액 설정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자동 지급 처리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orders status='delivered' 시 자동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pending 각각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첫 주문/배달 count=1 확인 후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 + 초대자 모두 알림 발송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📅  2026. 07. 03 (Day 19)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📋  서류 인증 · 차량 유형 확장 · 거리별 배달비 구역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주문 시 전화번호 필수 검증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생성 전 phone 필드 필수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없으면 입력 유도 팝업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전환 시 phone null 사이드이펙트 방지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my-pick 프로필 편집 연동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사업자등록증 업로드 필수화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등록 폼 businessRegImageUrl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Zod Required 유효성 강제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Supabase pick-pick-image 버킷 업로드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미제출 시 등록 API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라이더 서류 제출 플로우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신분증·차량등록증·보험증명서 3종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각 이미지 Storage 업로드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rider_documents 테이블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미제출 시 배달 배정 차단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🚗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라이더 차량 유형 자동차 추가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motorcycle·scooter·bicycle에 car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ALTER TYPE enum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API·폼 ENUM 동기화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라이더 데이터 호환 유지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거리별 배달비 구역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delivery_zones 테이블 신설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km 단위 구역 + 구역별 배달비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상세 + 주문 API 연동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미승인 라이더 배달 차단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rider_is_approved NULL/false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/api/rider/accept API 레벨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레이아웃 심사중 배너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승인 후 정상 플로우 자동 복원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1F2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23C"/>
                </a:solidFill>
              </a:rPr>
              <a:t>📅  2026. 07. 03 (Day 20)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3상태 승인 시스템 · 관리자 서류 심사 UI · 이미지 뷰어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가게 3상태 승인 시스템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null=심사중, true=승인, false=반려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[승인] [반려] 버튼 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is_approved NULL 기본값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사장님에게 알림 자동 발송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🏍️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라이더 3상태 승인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rider_is_approved NULL/true/false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라이더 null 상태로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[승인] [반려]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시 배달 자동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🖼️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서류 이미지 뷰어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&lt;dialog&gt; showModal() top-layer 방식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z-index·overflow 충돌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iOS PWA 뒤로가기 안전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화면 탭 or Esc로 닫기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가게 심사 UI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사업자등록증 이미지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주소·카테고리·사장님 정보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[승인][반려] 버튼 + 반려 사유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심사 상태 배지 (심사중/승인/반려)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라이더 심사 UI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신분증·차량등록증·보험증명서 뷰어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기본 정보 + 차량 유형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[승인][반려] 버튼 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서류 이미지 탭 → 전체화면 확대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역할 기반 접근 제어 강화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가게 공개 노출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라이더 배달 배정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심사중 라이더 전용 레이아웃 배너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승인 후 정상 플로우 자동 복원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</a:rPr>
              <a:t>📅  2026. 07. 06 (Day 21)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1D95"/>
                </a:solidFill>
              </a:rPr>
              <a:t>🛵  배달 설정 대개편 — 배달비·서비스 반경·예상시간 거리 연동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사장님·라이더 알람 안정화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AudioContext 재정지 문제 해결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맑은 Web Audio 벨소리 복원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대시보드 알람 pendingCount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 누락돼도 확실히 울림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🧮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배달비 미리보기 = 청구액 일치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resolveDeliveryFee 공용 헬퍼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API·미리보기 API 단일 소스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표시 = 실제 청구 배달비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불일치(예 32,500→31,500)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거리 할증 배달비 모델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구역 테이블 → 기본구간+비례 할증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초과 거리 정비례(10원 반올림)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예) 기본5km/2000·2km당1000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7km=3,000 · 10km=4,500원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서비스 반경 통합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노출 반경 = 배달 한계 일원화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1~20km 단일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내 노출 +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밖 자동 배달 불가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⏱️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예상 시간 거리 연동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 시간 + 거리×(km당 이동)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5분 단위 반올림 자동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'예상 도착 약 N분'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거리별 시간 미리보기 제공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DB 스키마 확장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stores 6개 컬럼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delivery_base_km/surcharge_unit/fee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prep_time_min/travel_per_km_min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delivery_zones 방식 폐지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38CA"/>
                </a:solidFill>
              </a:rPr>
              <a:t>📅  2026. 07. 07 (Day 22)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Pi 생태계 전용 로그인 안내 · 초대 보상 표시 수정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57984" y="1554480"/>
            <a:ext cx="3749040" cy="3200400"/>
          </a:xfrm>
          <a:prstGeom prst="roundRect">
            <a:avLst>
              <a:gd name="adj" fmla="val 42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9152" y="179222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59152" y="177393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127248" y="186537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</a:rPr>
              <a:t>Pi 전용 로그인 화면 안내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14016" y="2606040"/>
            <a:ext cx="3246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Pi 생태계 전용 서비스임을 명시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Pi Browser 로그인 = 정식 경로 강조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카카오·이메일 → 점선 박스로 분리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'🔧 개발자 검토·테스트용' 배지 부착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심사·테스트 목적 안내로 오해 방지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2784" y="1554480"/>
            <a:ext cx="3749040" cy="3200400"/>
          </a:xfrm>
          <a:prstGeom prst="roundRect">
            <a:avLst>
              <a:gd name="adj" fmla="val 42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73952" y="179222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77393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🎁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42048" y="186537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</a:rPr>
              <a:t>초대 보상 표시 버그 수정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28816" y="2606040"/>
            <a:ext cx="3246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'내가 받은 보상' 계산 오류 수정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(건수 × 50 → 실제 지급액 합산)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지갑엔 5,000 정상 적립, 표시만 50P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wallet_transactions 금액 그대로 집계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대기 중(사장님·라이더) 초대도 실적 포함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Pi Network × PICK PICK 통합 전략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41248"/>
            <a:ext cx="3657600" cy="5212080"/>
          </a:xfrm>
          <a:prstGeom prst="roundRect">
            <a:avLst>
              <a:gd name="adj" fmla="val 375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32688"/>
            <a:ext cx="343814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32688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📡  Pi Network 현황 (4/20)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Open Network 가동 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(2025.02.20 출시)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93976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Pi SDK 사용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(U2A/A2U 결제, 로그인)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770632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KYC 완료 1,750만+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Fast Track KYC 지원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447288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🧪  Pi DEX/AMM/토큰생성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Testnet 라이브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4123944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 Protocol 23 (스마트컨트랙트)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출시 예정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0060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💰  Pi 현재가격 ~$0.187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(2026.02 기준)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841248"/>
            <a:ext cx="3840480" cy="5212080"/>
          </a:xfrm>
          <a:prstGeom prst="roundRect">
            <a:avLst>
              <a:gd name="adj" fmla="val 3571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0248" y="932688"/>
            <a:ext cx="362102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932688"/>
            <a:ext cx="3621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🏗️  연동 아키텍처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14081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기존 인프라 100% 유지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315968" y="16824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Vercel (Next.js) 그대로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15968" y="19568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Supabase DB 그대로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15968" y="22311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PICK 토큰 시스템 그대로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5968" y="25054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토스페이먼츠 그대로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5968" y="27797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추가되는 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15968" y="30540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SDK 스크립트 1줄 추가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15968" y="33284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로그인 버튼 (선택)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315968" y="36027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결제 옵션 추가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15968" y="38770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보상 지급 API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5968" y="41513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Pi Browser = 그냥 브라우저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15968" y="44256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URL 열면 Vercel에서 서빙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315968" y="47000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노드 = 거래 검증만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841248"/>
            <a:ext cx="4160520" cy="5212080"/>
          </a:xfrm>
          <a:prstGeom prst="roundRect">
            <a:avLst>
              <a:gd name="adj" fmla="val 3297"/>
            </a:avLst>
          </a:prstGeom>
          <a:solidFill>
            <a:srgbClr val="E0F2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932688"/>
            <a:ext cx="394106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9328" y="932688"/>
            <a:ext cx="3941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🗓️  지금 vs 나중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141732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14538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Pi 로그인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77072" y="169164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SDK 제공 · Mainnet 가동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366760" y="203911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0768" y="20756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U2A Pi 결제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77072" y="231343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유저 → 앱 결제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366760" y="2660904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30768" y="2697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A2U Pi 지급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577072" y="2935224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라이더·리뷰 보상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366760" y="3282696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30768" y="33192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Testnet 앱 등록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77072" y="3557016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개발/테스트 가능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366760" y="3904488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30768" y="39410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 온체인 토큰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577072" y="4178808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Protocol 23 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66760" y="452628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0768" y="4562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PICK↔Pi DEX 스왑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577072" y="480060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Mainnet 배포 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366760" y="514807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30768" y="51846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에코시스템 공개 등재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577072" y="542239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Pi Only 조건 검토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1D95"/>
                </a:solidFill>
              </a:rPr>
              <a:t>5단계 개발 시퀀스 (feature/pi-integration 브랜치)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사전 준비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21A8"/>
                </a:solidFill>
              </a:rPr>
              <a:t>Week 1 · 1~2일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Developer Portal 앱 2개 등록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Dev (Testnet)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(Mainnet)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API Key 발급 → .env.local 저장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SDK 스크립트 layout.tsx 추가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 감지 유틸 작성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615184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06624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06624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06624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 로그인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79776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9776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</a:rPr>
              <a:t>Week 1 · 2~3일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98064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Pi.authenticate() 클라이언트 연동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98064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/api/auth/pi-login 서버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98064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GET /v2/me 로 uid 검증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98064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users 테이블 pi_uid 컬럼 활성화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98064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이메일 로그인과 병행 운영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798064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Browser에서만 버튼 노출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0640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U2A Pi 결제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93792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93792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A34A"/>
                </a:solidFill>
              </a:rPr>
              <a:t>Week 2 · 3~4일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212080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Pi.createPayment() 장바구니 연동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212080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/api/payments/pi/approve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212080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/api/payments/pi/complete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12080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orders 테이블 payment_pi_id 추가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212080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원화 → Pi 환율 실시간 적용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212080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결제 수단에 Pi 옵션 추가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43216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34656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34656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34656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A2U Pi 지급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607808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07808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Week 3 · 2~3일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626096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/api/payments/pi/payout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26096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라이더 배달완료 → Pi 수익 지급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626096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리뷰 작성 → Pi 보상 지급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626096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친구 초대 → Pi 레퍼럴 보상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626096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미완료 결제 주기적 확인 Cron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26096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rider_earnings Pi 수익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57232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948672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5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948672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PICK 온체인 토큰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021824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21824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추후 · Protocol 23 후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040112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DEX/AMM Mainnet 배포 확인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10040112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토큰 Pi 생태계 발행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10040112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PICK/PI 유동성 풀 등록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0040112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DB PICK → 온체인 마이그레이션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0040112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에코시스템 공개 등재 신청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040112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Only 앱 별도 버전 검토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6172200"/>
            <a:ext cx="11704320" cy="475488"/>
          </a:xfrm>
          <a:prstGeom prst="roundRect">
            <a:avLst>
              <a:gd name="adj" fmla="val 19231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172200"/>
            <a:ext cx="11704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🌿  브랜치 전략: main (운영 유지) → feature/pi-integration (Pi 개발) → 테스트 완료 후 PR 머지  |  Vercel 브랜치별 독립 URL 자동 생성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(Day 15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calling_rider 상태 흐름 재설계 + 픽업완료 버튼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pending 흐름 · 라이더 heartbeat · 조리완료 폴링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2511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다중 가게 통합 조회 · Realtime storeIds 배열 지원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32511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안드로이드 알람 Web Audio 선예약 (JS throttle 우회)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325112" y="65928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25112" y="69402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π Pi Network 연동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SDK 앱 통합 (pi-sdk.js + types/pi.d.ts)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Pi.init() + Pi.authenticate() + Pi.createPayment()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서버 API: /api/pi/approve · /api/pi/complete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개발자 체크리스트 10/10 완료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Ecosystem Listing 신청 진행 중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5703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/pi-test 전용 테스트 페이지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25703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/privacy · /terms · 브랜드 OG 이미지 생성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28600" y="617220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38328" y="628192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8328" y="628192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393192" y="676656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93192" y="711403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93192" y="746150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RLS 라이더 미배정 주문 조회 정책 추가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393192" y="780897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93192" y="815644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93192" y="85039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1~4 진입! 80개+ 기능 구현 · Pi SDK 연동 · 개발자 체크리스트 10/10 · Ecosystem Listing 신청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2026-07-07T08:30:34Z</dcterms:created>
  <dcterms:modified xsi:type="dcterms:W3CDTF">2026-07-07T08:30:34Z</dcterms:modified>
</cp:coreProperties>
</file>