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13일  |  Firebase 완성 · 지도/주소 수정 · 카카오 키 확인 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(4/13 최종)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소셜 로그인 + OAuth 콜백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801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탭 + 검색(전문검색 GIN) + 가맹점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60934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1938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 탭 (충전·보내기·거래내역)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93852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267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26771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59689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926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32552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325526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5844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58444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39136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91363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2428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DB 인덱스 30개+ + 운영 RLS 정책 전환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4242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5720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5720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49011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토스페이먼츠 카드·간편결제 연동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90118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5230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52303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555955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5595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57200" y="588873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FCM 푸시 알림 + 관리자 일괄 발송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94360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88873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55개+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78" name="Text 76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79" name="Text 77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13 (Day 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🏁  FCM 푸시 · 지도 수정 · 주소 검색 버그 · .env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KakaoMap SDK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libraries=services 누락 수정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onerror 핸들러 + 디버그 로깅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스크립트 재로드 충돌 방지 로직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홈 위치 바 동적화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하드코딩 '역삼동'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LocationBar.tsx 클라이언트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기본 배달 주소 API 연동 표시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주소 검색 버그 수정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Daum Postcode embed 타이밍 버그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setSearchOpen → useEffect 패턴 변경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DOM 마운트 후 embed 실행 보장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🔥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Firebase 환경변수 완성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API Key ~ App ID 6개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VAPID 키 (웹 푸시 인증서)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SDK JSON 서버 전용 키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도메인 등록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JS Key → JavaScript SDK 도메인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http/https localhost:3000 등록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기존 '사이트 도메인' → 이름 변경됨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런칭 준비 진행 중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Kakao API 키 타입 확인 필요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앱 키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Vercel 배포 전 최종 점검 단계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(4/13 최종)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+ OAuth 콜백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실잔액 + 충전 + PICK 보내기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주간 영업시간 아코디언 + 실사 이미지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 관리·주간 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메뉴 옵션 그룹/옵션 CRUD UI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주문 소리 알림 (Web Audio API)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수익 내역 실DB + 주간/월간 차트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Sentry 모니터링 + 가맹점 광고 시스템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55개+ 기능 구현 · 미착수 기능 0개 · Pi Network 연동만 남음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+ 카카오 소셜 로그인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+ 카카오 소셜 로그인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카카오 소셜 로그인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2026-04-13T06:13:49Z</dcterms:created>
  <dcterms:modified xsi:type="dcterms:W3CDTF">2026-04-13T06:13:49Z</dcterms:modified>
</cp:coreProperties>
</file>