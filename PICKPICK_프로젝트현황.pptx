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097280"/>
            <a:ext cx="3200400" cy="32004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4114800"/>
            <a:ext cx="2286000" cy="2286000"/>
          </a:xfrm>
          <a:prstGeom prst="ellipse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931920" y="457200"/>
            <a:ext cx="1463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🛵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13716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PICK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CD3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픽픽 배달앱 프로젝트 현황 보고서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0" y="3108960"/>
            <a:ext cx="6035040" cy="36576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2918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4B5FD"/>
                </a:solidFill>
              </a:rPr>
              <a:t>2026년 7월 3일  |  서류 인증 · 3상태 심사 · 거리별 배달비 · 관리자 UX 강화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45920" y="393192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🎯  한국형 배달 앱 (Web/PWA)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45920" y="4498848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👥  3역할: 사용자 · 사장님 · 라이더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645920" y="5065776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6FE"/>
                </a:solidFill>
              </a:rPr>
              <a:t>💜  자체 PICK 토큰 지갑 시스템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📊  PICK PICK 진행 현황 (7/22 최신)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291840" cy="45720"/>
          </a:xfrm>
          <a:prstGeom prst="rect">
            <a:avLst/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509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인증 / 이메일 로그인 + 지갑 자동생성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434840" y="10058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0" y="9509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2435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소셜 로그인 + OAuth 콜백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2984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0" y="12435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홈 탭 + 검색(전문검색 GIN) + 가맹점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4840" y="15910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0" y="15361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18288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(충전·보내기·거래내역)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34840" y="18836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0" y="18288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1214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PICK주문 탭 + 취소 + 재주문 + 리뷰(이미지)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34840" y="21762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0" y="21214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4140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+ 메뉴 옵션 + 쿠폰 + PICK 할인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34840" y="24688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0" y="24140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27066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대시보드 / 주문 / 메뉴 / 정산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34840" y="27614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0" y="27066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29992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대시보드 / 배달 / 수익 / 위치 공유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34840" y="305409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01200" y="29992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329184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대시보드 + PICK 지급 + 가게 승인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34840" y="334670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0" y="329184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58444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미들웨어 RBAC + 비밀번호 찾기/재설정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34840" y="363931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01200" y="358444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57200" y="387705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인덱스 30개+ + 운영 RLS 정책 전환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34840" y="393192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01200" y="387705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7200" y="416966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PWA + 다크모드 + 에러/404/로딩 페이지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434840" y="422452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01200" y="416966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44622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토스페이먼츠 카드·간편결제 연동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434840" y="451713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601200" y="446227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57200" y="475488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가맹점 광고 시스템 + Sentry 모니터링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434840" y="480974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01200" y="475488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57200" y="5047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주간 영업시간 표시 + 실사 이미지 연동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34840" y="510235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601200" y="504748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57200" y="534009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FCM 푸시 알림 + 관리자 일괄 발송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434840" y="539496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601200" y="534009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457200" y="563270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지갑 탭 재디자인 + Pi UI + 출석 Tap-to-Earn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434840" y="568756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601200" y="563270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457200" y="592531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사진리뷰보상 + 쿠폰 KRW 입력 설정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434840" y="598017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601200" y="592531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457200" y="621792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친구 초대 리워드 역할별 배치 (사용자·사장님·라이더)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434840" y="627278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601200" y="62179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457200" y="651052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재설계: 초대자 5K 고정 · 역할별 웰컴 보너스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434840" y="656539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601200" y="6510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457200" y="680313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5km 반경 필터링 + 10분 자동오프라인 Cron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434840" y="685800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601200" y="68031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457200" y="709574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취소 즉시 반영 · calling_rider 상태 흐름 재설계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434840" y="715060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601200" y="709574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457200" y="738835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pending 흐름 · 라이더 heartbeat · Pi Network 플랜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744321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601200" y="738835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457200" y="768096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다중 가게 통합 조회 · 안드로이드 알람 Web Audio 선예약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434840" y="773582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601200" y="768096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457200" y="79735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SDK 통합 · 개발자 체크리스트 10/10 · Ecosystem Listing 신청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434840" y="802843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601200" y="797356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457200" y="8266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 코드 레퍼럴 플로우 재설계 + 카카오 레퍼럴 버그 수정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4434840" y="832104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601200" y="826617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457200" y="855878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관리형 프로모션 배너 시스템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4434840" y="861364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601200" y="855878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57200" y="885139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로그인 UX 개선 + 환경 감지 + FCM 알림 팝업 개선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434840" y="8906256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601200" y="885139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457200" y="9144000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레퍼럴 역할별 보상 + 5명 한도 + 조건부 지급 시스템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434840" y="9198864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9601200" y="914400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457200" y="94366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인증 시스템 (가게·라이더) + 3상태 승인 (null/true/false)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34840" y="9491472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601200" y="943660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4" name="Text 122"/>
          <p:cNvSpPr/>
          <p:nvPr/>
        </p:nvSpPr>
        <p:spPr>
          <a:xfrm>
            <a:off x="457200" y="97292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배달비 구역 (delivery_zones) + Haversine 거리 계산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434840" y="9784080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601200" y="972921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28" name="Text 126"/>
          <p:cNvSpPr/>
          <p:nvPr/>
        </p:nvSpPr>
        <p:spPr>
          <a:xfrm>
            <a:off x="457200" y="10021824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서류 이미지 뷰어 (dialog top-layer) + 라이더 배달 차단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434840" y="10076688"/>
            <a:ext cx="5029200" cy="11887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9601200" y="100218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100%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0332720" y="118872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10332720" y="126187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134" name="Text 132"/>
          <p:cNvSpPr/>
          <p:nvPr/>
        </p:nvSpPr>
        <p:spPr>
          <a:xfrm>
            <a:off x="10332720" y="164592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A34A"/>
                </a:solidFill>
              </a:rPr>
              <a:t>90개+</a:t>
            </a:r>
            <a:endParaRPr lang="en-US" sz="1800" dirty="0"/>
          </a:p>
        </p:txBody>
      </p:sp>
      <p:sp>
        <p:nvSpPr>
          <p:cNvPr id="135" name="Text 133"/>
          <p:cNvSpPr/>
          <p:nvPr/>
        </p:nvSpPr>
        <p:spPr>
          <a:xfrm>
            <a:off x="10332720" y="19933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완료 기능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10332720" y="260604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10332720" y="267919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🚧</a:t>
            </a:r>
            <a:endParaRPr lang="en-US" sz="2200" dirty="0"/>
          </a:p>
        </p:txBody>
      </p:sp>
      <p:sp>
        <p:nvSpPr>
          <p:cNvPr id="138" name="Text 136"/>
          <p:cNvSpPr/>
          <p:nvPr/>
        </p:nvSpPr>
        <p:spPr>
          <a:xfrm>
            <a:off x="10332720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</a:rPr>
              <a:t>0개</a:t>
            </a:r>
            <a:endParaRPr lang="en-US" sz="1800" dirty="0"/>
          </a:p>
        </p:txBody>
      </p:sp>
      <p:sp>
        <p:nvSpPr>
          <p:cNvPr id="139" name="Text 137"/>
          <p:cNvSpPr/>
          <p:nvPr/>
        </p:nvSpPr>
        <p:spPr>
          <a:xfrm>
            <a:off x="10332720" y="34107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진행 중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10332720" y="4023360"/>
            <a:ext cx="2103120" cy="1188720"/>
          </a:xfrm>
          <a:prstGeom prst="roundRect">
            <a:avLst>
              <a:gd name="adj" fmla="val 11538"/>
            </a:avLst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0332720" y="4096512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⏳</a:t>
            </a:r>
            <a:endParaRPr lang="en-US" sz="2200" dirty="0"/>
          </a:p>
        </p:txBody>
      </p:sp>
      <p:sp>
        <p:nvSpPr>
          <p:cNvPr id="142" name="Text 140"/>
          <p:cNvSpPr/>
          <p:nvPr/>
        </p:nvSpPr>
        <p:spPr>
          <a:xfrm>
            <a:off x="10332720" y="448056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</a:rPr>
              <a:t>0개</a:t>
            </a:r>
            <a:endParaRPr lang="en-US" sz="1800" dirty="0"/>
          </a:p>
        </p:txBody>
      </p:sp>
      <p:sp>
        <p:nvSpPr>
          <p:cNvPr id="143" name="Text 141"/>
          <p:cNvSpPr/>
          <p:nvPr/>
        </p:nvSpPr>
        <p:spPr>
          <a:xfrm>
            <a:off x="10332720" y="4828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미착수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08 (Day 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🔐  로그인 · 회원가입 · 홈 UI 구현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Auth 연동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/ 회원가입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 선택 UI (user / owner / rider)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Zod 유효성 검사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Zustand authStore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AuthProvider (세션 자동 복원)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상태 전역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분기 처리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홈 탭 카테고리 UI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16개 카테고리 그리드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귀여운 이모지 + rounded-3xl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브랜드 디자인 전면 적용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공통 레이아웃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BottomNav rounded-t-3xl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활성 탭 pill 스타일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Header PICK 잔액 위젯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👤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MyPICK 탭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프로필 카드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등급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/ 라이더 역할별 배너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Supabase DB 스키마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테이블 SQL 작성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 cascade 트리거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Jua 폰트 PICK PICK 로고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09 (Day 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🛒  가맹점·장바구니·주문·사장님·라이더 실DB 연동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가맹점 목록 / 상세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카테고리별 필터링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stores 실데이터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목록 + 이모지 매핑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장바구니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Zustand cartStore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수량 조절 / 총액 계산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생성 + 결제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/api/orders 서버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토큰 차감 (deduct_pick RPC)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완료 페이지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전체 실DB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주문관리 + 메뉴관리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정산/매출 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신규주문 알림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전체 실DB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대시보드 + 배달하기 + 수익내역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수락 → PICK 지급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rider_earnings 정산 처리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Realtime + Zustand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useStoreOrderRealtime 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orderStore / walletStore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📅  2026. 04. 10 (Day 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🎯  즐겨찾기·리뷰·검색·관리자·프로필 수정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❤️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즐겨찾기 토글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배너 ♥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/api/favorites/[storeId]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서버사이드 초기값 주입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관리자 대시보드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/admin/dashboard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전체 유저 목록 + PICK 지급 모달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/admin 역할 기반 보호 추가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회원가입 서버화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/api/auth/register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Admin 클라이언트로 지갑 자동생성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SQL 트리거 스크립트 작성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리뷰 작성 + PICK 보상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배달완료 후 리뷰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별점 1~5 + 텍스트 후기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+10 PICK 자동 지급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주문 취소 / 재주문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pending 상태 취소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이전 주문 장바구니 재담기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재주문 → 가게 페이지 이동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검색 + 프로필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홈 검색바 실제 동작 (ilike)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상세 리뷰 목록 섹션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MyPICK 이름/전화/주소 수정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369A1"/>
                </a:solidFill>
              </a:rPr>
              <a:t>📅  2026. 04. 11 (Day 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2926080" y="201168"/>
            <a:ext cx="9509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🚀  전체 주문 플로우 완성 + 메뉴 옵션 + 실동작 연결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💸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PICK 보내기 + 알림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POST /api/wallet/transfer (송금)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알림 드로어 컴포넌트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변경 시 자동 알림 트리거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라이더 실동작 완성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실시간 위치 공유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수익 내역 실DB + 주간/월간 차트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버튼 → PICK 적립 자동화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사장님 기능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가게 등록 배너 + 모달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매출 통계 대시보드 강화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 가게 승인 탭 + 건수 배지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다중 배달 주소 + 주문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user_addresses 테이블 + CRUD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실주소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배달 메모 입력 + SelectedOption 타입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🍽️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메뉴 옵션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사장님: 옵션 그룹/옵션 CRUD UI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고객: OptionSelectModal 바텀시트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필수/선택·추가금액 실시간 합산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E0F2FE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7DD3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69A1"/>
                </a:solidFill>
              </a:rPr>
              <a:t>주문 관리 실동작 완성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수락 시 ETA 선택 (10~60분)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setup-functions.sql (RPC 3개)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useStoreOrderStatusRealtime 추가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B2777"/>
                </a:solidFill>
              </a:rPr>
              <a:t>📅  2026. 04. 11~12 (Day 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🎁  쿠폰·PWA·주문상세·에러/로딩 페이지 완성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쿠폰 시스템 전체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관리자·사장님·사용자 쿠폰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고정할인·비율할인·무료배달 3종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CartBottomSheet 할인 적용 연동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PWA 앱 설치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manifest.json + 앱 아이콘 SVG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Android beforeinstallprompt 배너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iOS Safari '홈 화면 추가' 안내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주문 상세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/orders/[orderId] 신규 구현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실시간 5단계 진행 스테퍼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리뷰 모달 + 재주문 + 취소 버튼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에러·로딩·404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app/not-found.tsx (404 브랜드)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app/error.tsx (에러 바운더리)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app/loading.tsx (스플래시 화면)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🏠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홈 화면 업그레이드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프로모션 배너 (가로 스크롤 3종)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인기 가게 섹션 fetchTopStores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pick-bounce-dot CSS 애니메이션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CE7F3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B2777"/>
                </a:solidFill>
              </a:rPr>
              <a:t>사장님 소리 알림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 Audio API 신규주문 알림음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Volume 토글 버튼 (헤더 우측)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파일 없이 브라우저 네이티브 생성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12~13 (Day 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보안 강화 · DB 최적화 · 소셜 로그인 · 전문검색 완성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운영 RLS 전환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14개 테이블 dev_allow_all → 운영 정책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auth_user_id / auth_user_role 헬퍼 함수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역할별 SELECT·INSERT·UPDATE 세밀 제어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DB 인덱스 30개+ 추가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orders / notifications / stores / menus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GIN 전문검색 인덱스 (menus.name)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복합 인덱스로 쿼리 성능 대폭 개선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전문검색 업그레이드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search_stores RPC 함수 신규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websearch_to_tsquery 'simple' 딕셔너리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ts_rank 매칭 점수 기반 결과 정렬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카카오 소셜 로그인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/api/auth/callback OAuth 콜백 라우트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신규 가입 시 users + wallets 자동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로그인·회원가입 페이지 버튼 추가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주간 영업시간 표시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store_hours 7일 전체 조회·표시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오늘 요일 퍼플 강조 + '오늘' 뱃지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아코디언 UI (접기/펼치기)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미들웨어 + 비밀번호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Next.js Edge middleware RBAC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비밀번호 찾기·재설정 페이지 신규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검색 히스토리 + 리뷰 이미지 업로드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14 (Day 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🔐  카카오 로그인 설정 · KOE205 원인 분석 · 이메일 로그인 단독 운영 확정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소셜 로그인 설정 시도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Kakao Provider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REST API 키 + Client Secret 입력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Redirect URI 등록 (플랫폼 키 페이지)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❌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KOE205 에러 원인 분석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account_email 스코프 요청 거부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Supabase가 내부적으로 이메일 요청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없이 이메일 스코프 불가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해결책 탐색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scopes 옵션 수정 시도 (효과 없음)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Allow users without email 토글 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하드코딩 scope 문제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 로그인 제거 결정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비즈니스 인증 후 재추가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로그인 페이지 카카오 버튼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이메일/비밀번호 로그인만 운영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카카오맵은 정상 유지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지도 SDK (JS Key) 정상 작동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주소 검색 Daum Postcode 정상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소셜 로그인만 제거, 지도 무관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🚀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다음 단계: Vercel 배포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이메일 로그인 단독 운영 확정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샘플 데이터 추가 후 배포 예정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카카오 비즈니스 인증 별도 진행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📅  2026. 04. 14 (Day 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01168"/>
            <a:ext cx="9326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🔔  알림음 TTS 완성 · 라이더 실시간 알림 · 주문 플로우 개선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사장님 알림음 완성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HTMLAudioElement 사전 렌더링 방식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주문이 들어왔습니다'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3초 반복 · 수락 시 자동 중단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라이더 알림음 + Realtime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TTS '픽픽 라이더 요청이 왔습니다'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Supabase Realtime orders.status=ready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수락 시 알림 자동 중단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👨‍🍳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조리 중 라이더 호출 분리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0020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중 '라이더 호출' 버튼 독립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조리 전 미리 라이더 출발 가능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'조리 완료' 버튼 병행 유지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PICK 주문 즉시 confirmed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결제 시 pending 대신 confirmed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confirmed_at 자동 기록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'결제 확인 중' 대기 없이 즉시 수락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FK 모호성 버그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PGRST201 오류 (orders→users FK 2개)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users!orders_user_id_fkey 힌트 적용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통계·주문·라이더 API 4곳 수정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063240"/>
            <a:ext cx="3749040" cy="1965960"/>
          </a:xfrm>
          <a:prstGeom prst="roundRect">
            <a:avLst>
              <a:gd name="adj" fmla="val 6977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24612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2278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2644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메뉴 카테고리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749040"/>
            <a:ext cx="3337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업종 중복 항목 제거 (치킨·피자 등)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메뉴 섹션 전용 7개로 정리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메인·사이드·음료·세트·디저트·스낵·기타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16 (Day 10)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1D95"/>
                </a:solidFill>
              </a:rPr>
              <a:t>💜  지갑 재디자인 · Tap-to-Earn · 사장님 자체 리워드 설정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💜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지갑 탭 전면 재디자인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퍼플 브랜드 테마 통일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 잔액 UI (디자인 선설계)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PICK↔Pi 교환 카드 (1π=300P)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100억 PICK 발행 · 1PICK=₩1 정보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출석 Tap-to-Earn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매일 출석 → 50 PICK 자동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daily_checkins 테이블 + API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연속 streak 카운터 + 진행 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중복 체크인 방지 (DB UNIQUE)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🎁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친구 초대 리워드 재배치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사용자 MyPick: 5,000 PICK 지급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대시보드: 20,000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라이더 내정보: 10,000 PICK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지갑탭에서 제거 → 역할별 분산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사진 리뷰 보상 설정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원화 입력 → PICK 자동환산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₩300 / ₩500 / ₩1,000 단계 버튼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시세 변동 시 원화가치 유지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stores.photo_review_reward_krw DB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🎟️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쿠폰 KRW 입력 방식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fixed_pick 쿠폰: 원화 → PICK 환산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₩500 입력 → 500P 자동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시세 변동 안내 문구 포함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가맹점 PICK 잔액 차감 구조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🗑️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가게설정 UI 정리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PICK 적립률 설정 섹션 제거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사장님 직접 조율 불필요 항목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픽업대기 라이더 배정 상태 표시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F1235"/>
                </a:solidFill>
              </a:rPr>
              <a:t>주문 상태 메시지 조건부 분기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DF2F8"/>
          </a:solidFill>
          <a:ln w="12700">
            <a:solidFill>
              <a:srgbClr val="BE18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85D"/>
                </a:solidFill>
              </a:rPr>
              <a:t>📅  2026. 04. 16 (Day 11)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1D95"/>
                </a:solidFill>
              </a:rPr>
              <a:t>🔗  레퍼럴 재설계 · 리뷰보상 연동 · 라이더 위치 필터 · 자동오프라인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레퍼럴 시스템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역할 무관 5,000 PICK 고정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가입자: 역할별 웰컴 보너스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사용자 5K · 사장님 20K · 라이더 10K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회원가입 시 자동 지급 (서버사이드)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MyPICK 초대 3버튼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초대 / 사장님 초대 / 라이더 초대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역할별 링크 (?ref=CODE&amp;role=XXX)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'상대방 +X,000 P' 라벨 + 복사 피드백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대시보드도 자체 버튼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📸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리뷰 보상 가게설정 연동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하드코딩 10 PICK → 가게 설정값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photo_review_reward_krw 필드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사진 첨부 시에만 보상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보상 0인 가게는 알림 미표시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📍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5km 반경 필터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공식으로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기준 5km 이내 주문만 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거리순 정렬 (가까운 주문 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알림도 5km 라이더만 수신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라이더 자동오프라인 Cron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10분간 위치 미업데이트 → 자동 오프라인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Cron 매 5분 실행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rider_locations.updated_at 기준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오프라인 전환 시 라이더에게 알림 발송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DF2F8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9A8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85D"/>
                </a:solidFill>
              </a:rPr>
              <a:t>사장님/라이더 타 가게 주문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사장님·라이더도 타 가게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제한 없음 (user/owner/rider 모두)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 주문 생성에 역할 제약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사용 시나리오 검증 완료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04. 17 (Day 12)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취소 즉시 반영 · calling_rider 상태 흐름 재설계 · RLS 정책 추가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주문현황보기 홈이동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clearLastOrder() onClick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클릭 시 useEffect(!lastOrder)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→ /home 강제 이동 원인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현황 페이지 정상 이동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취소 감지 즉시 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대시보드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Polling 10s → 5s 단축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주문 감지 즉시 알림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useStoreOrderStatusRealtime 연동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calling_rider 상태 흐름 재설계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수락 API: 상태별 분기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ready → picked_up 즉시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  calling_rider → 상태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rider_id만 배정, 조리완료 대기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라이더 배달 페이지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calling_rider: '조리 대기' 레이블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ready: '픽업 대기' + 픽업완료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activeStatuses에 calling_rider·ready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조리완료 후 주문 사라짐 버그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Supabase RLS 정책 추가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미배정 주문 조회 권한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riders_can_read_available_orders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status IN (ready, calling_rider)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AND rider_id IS NULL 조건 추가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⚙️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activeStatuses 전반 수정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 API: calling_rider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deliveries: ready 누락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 dashboard: 취소 감지 폴링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prevOrderCountRef 초기화 버그 수정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20 (Day 13)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200400" y="201168"/>
            <a:ext cx="9235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주문 흐름 재설계 · 라이더 안정성 · Pi Network 연동 플랜 수립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주문 pending 흐름 재설계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 결제도 pending으로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수락 후 confirmed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화면: '사장님 수락 대기'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stats API pending 감지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대시보드 알람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신규주문 카운트 pending 기준 수정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유저 취소 시 알람 즉시 중단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취소 감지 3중 보호 구조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(Realtime + 폴링 + pendingCount)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라이더 자동오프라인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 상태 시 8분마다 heartbeat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GPS 좌표 자동 갱신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Cron 10분 기준 절대 미도달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닫으면 자동오프라인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조리완료 → 라이더 즉시 반영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active 탭 5초 폴링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조리완료 → 최대 5초 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화면 픽업 완료 버튼 출현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 버튼 라벨 수정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버튼 라벨 정확화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픽업 완료(파랑) ready→picked_up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출발(주황) picked_up→delivering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배달 완료(초록) delivering→delivered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직관적 흐름으로 개선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Network 연동 마스터 플랜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 Network 현황 조사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유지 + Pi SDK 추가 구조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5단계 로드맵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feature/pi-integration 브랜치 전략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3EB"/>
                </a:solidFill>
              </a:rPr>
              <a:t>📅  2026. 04. 20 (Day 14)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🔧  다중 가게 주문 통합 · 안드로이드 알람 안정화 · Vercel 정리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사장님 다중 가게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limit(1) → 전체 가게 IN 쿼리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모든 소유 가게 주문 통합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Realtime도 storeIds 배열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핸드폰 주문 사장님 화면 미표시 해결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안드로이드 알람 Web Audio 전환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HTMLAudioElement → AudioContext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Web Audio 선예약 방식 도입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30초 분량 비프 미리 스케줄링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JS 타이머 throttle 완전 우회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🎵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AudioContext 안정성 강화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suspended → resume() 자동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visibilitychange로 포그라운드 복구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OfflineAudioContext 미리 렌더링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 gesture 컨텍스트 유지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🗂️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Vercel 중복 프로젝트 정리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3개 중복 배포 → 1개로 통합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pickpick-delivery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pickpick-business 삭제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pick-pick-delivery 단일 운영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Pi Network PICK 토큰 전략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현재: DB 포인트로 카운팅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파이 메인넷 오픈 후 실 토큰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TGE 에어드랍 방식 확정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사용자 소급 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</a:rPr>
              <a:t>Realtime 훅 배열 지원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useStoreOrderRealtime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string | string[] 타입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storeIds 배열로 멀티 가게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INSERT/UPDATE 이벤트 모두 적용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📅  2026. 04. 22 (Day 15)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π  Pi Network SDK 연동 · 개발자 체크리스트 10/10 완료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SDK 앱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pi-sdk.js layout에 Script 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types/pi.d.ts 타입 선언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Pi.init() + Pi.authenticate()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usePiPayment 커스텀 훅 작성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개발자 체크리스트 10/10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앱 등록 ~ Domain Validation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PiNet 서브도메인 (plckplck1042)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 결제 트랜잭션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Completed Steps: 10 of 10 달성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서버 API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/api/pi/approve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POST /api/pi/complete 구현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PI_API_KEY 환경변수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Production 환경 적용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🧪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결제 테스트 페이지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/pi-test 전용 페이지 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없이 결제 테스트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실시간 로그 화면 출력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0.001π Testnet 결제 성공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Pi Ecosystem Listing 준비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/brand/intro (400×400 OG 이미지)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/brand/preview (750×1500 프리뷰)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/privacy 개인정보처리방침 페이지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/terms 이용약관 페이지 생성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Ecosystem Listing 신청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Privacy Policy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Terms of Service URL 등록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 Name · Subtitle · Category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Apply for Unverified Listing 진행 중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📅  2026. 04. 22 (Day 16)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💱  Pi ↔ 달러 ↔ 원화 계산기 완성 · 실시간 환율 연동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버그 수정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createSession → generateLink 교체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GoTrueAdminApi TS 빌드 오류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verifyOtp(hashed_token) 세션 수립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Vercel 배포 차단 문제 해소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로그인 버튼 제거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Browser UA 감지 불일치 문제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Network 생태계 차단으로 동작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테스트넷 승인 후 재추가 예정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페이지 이메일 전용으로 원복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Pi ↔ 달러 ↔ 원화 계산기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입력 → 원화 자동계산 (환율×)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원화 입력 → 달러 자동계산 (환율÷)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시세 변경 시 수량 섹션 즉시 재계산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localStorage에 설정값 자동 저장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📡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실시간 환율 자동 조회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open.er-api.com (시간당 갱신)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달러 환율 자동 적용 · 수동 수정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기준일 + 출처(실시간/CDN)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Fallback: fawazahmed0 CDN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한국수출입은행 API 시도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공식 매매기준율 API 연동 시도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해외(Vercel US) IP 차단으로 미작동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KOREAEXIM_API_KEY 발급·설정 완료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향후 국내 서버 이전 시 재적용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21A8"/>
                </a:solidFill>
              </a:rPr>
              <a:t>계산기 UI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1 π = $X = ₩Y 요약 뱃지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환율 설정 박스 자동완성 UI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[실시간] 초록 / [CDN] 주황 구분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수량↔원화 양방향 변환 유지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>📅  2026. 06. 29 (Day 17)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🎨  Pi 로그인 UX · FCM 알림 개선 · 출석 UI · Pi 환경 감지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🚪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로그아웃 버튼 복원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페이지 로그아웃 버튼 재추가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공지사항·FAQ 아래 배치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handleSignOut 기존 함수 활용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빨간 LogOut 아이콘 적용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FCM 알림 팝업 개선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Chrome: user gesture 없이 팝업 불가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자동 requestPermission()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사장님(amber)·라이더(sky) 배너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'허용하기' 버튼 클릭 시 팝업 표시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π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환경 감지 개선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UA 'PiBrowser' 감지 → 자동 전환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도메인 .pinet.com/.minepi.com 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기본: 이메일 표시 (Pi 환경만 자동 전환)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Desktop 지원 (도메인 기반)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PiSdkLoader 개선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/login·/register 페이지 SDK 로드 건너뜀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일반 Chrome window.Pi mock 오염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PiLogin이 직접 loadPiSdk() 호출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로그인 후 정상 페이지에서만 SDK 로드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출석 주차 표시 제거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 출석 현황' → '연속 출석 현황'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'N번째 주·X일 연속' → 'X일 연속 🔥'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매일 50 PICK · 7연속 달성 +100 PICK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하루 미체크 시 다음날 1일차로 리셋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>Pi 로그인 버튼 디자인 개선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카카오 버튼 위로 이동 (최상단)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보라 그라데이션 풀버튼 (#4C1D95→#A855F7)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이메일 로그인 버튼 파랑 (#1d4ed8→#38bdf8)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세 버튼 색상 명확히 구분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06. 29 (Day 18)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레퍼럴 보안 강화 · 역할별 보상 · 조건부 지급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역할별 레퍼럴 보상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user:  5,000 PICK (즉시 지급)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20,000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10,000 PICK (조건부 대기)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초대자: 5,000 PICK 고정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초대자 5명 제한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완료된 보상 + pending 합산 카운트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5명 초과 시 초대자 보상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피초대자는 여전히 보상 수령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한도 초과 시 알림만 발송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부정 사용 시나리오 분석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단일계정 역할 사이클링 → 차단됨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다계정 반복 (이메일 환경 위험)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가짜 사장님 이탈 (PICK만 취득)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Pi 전용 전환 시 다계정 자연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💾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pending_referral_rewards 테이블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조건 타입: owner_first_order / rider_first_delivery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invitee_amount + referrer_amount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fulfilled 플래그로 상태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unique index (미완료 1건 제한)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⏳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조건부 보상 지급 로직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owner: 가게 등록 + 첫 주문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rider: 첫 배달 delivered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alreadyUsed: wallet_txn + pending 모두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환경변수로 보상액 설정 가능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EF2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A5B4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38CA"/>
                </a:solidFill>
              </a:rPr>
              <a:t>자동 지급 처리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orders status='delivered' 시 자동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사장님·라이더 pending 각각 조회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첫 주문/배달 count=1 확인 후 지급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피초대자 + 초대자 모두 알림 발송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📅  2026. 07. 03 (Day 19)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📋  서류 인증 · 차량 유형 확장 · 거리별 배달비 구역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주문 시 전화번호 필수 검증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생성 전 phone 필드 필수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없으면 입력 유도 팝업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역할 전환 시 phone null 사이드이펙트 방지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my-pick 프로필 편집 연동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🏪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사업자등록증 업로드 필수화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등록 폼 businessRegImageUrl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Zod Required 유효성 강제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Supabase pick-pick-image 버킷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등록 API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🚴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서류 제출 플로우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3종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각 이미지 Storage 업로드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rider_documents 테이블 저장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미제출 시 배달 배정 차단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🚗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라이더 차량 유형 자동차 추가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motorcycle·scooter·bicycle에 car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DB ALTER TYPE enum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API·폼 ENUM 동기화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기존 라이더 데이터 호환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🗺️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거리별 배달비 구역 시스템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테이블 신설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km 단위 구역 + 구역별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Haversine 공식 거리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 상세 + 주문 API 연동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🚫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</a:rPr>
              <a:t>미승인 라이더 배달 차단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NULL/false 체크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/api/rider/accept API 레벨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레이아웃 심사중 배너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1F2"/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123C"/>
                </a:solidFill>
              </a:rPr>
              <a:t>📅  2026. 07. 03 (Day 20)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3상태 승인 시스템 · 관리자 서류 심사 UI · 이미지 뷰어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가게 3상태 승인 시스템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null=심사중, true=승인, false=반려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is_approved NULL 기본값 적용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사장님에게 알림 자동 발송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🏍️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라이더 3상태 승인 시스템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rider_is_approved NULL/true/false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신규 라이더 null 상태로 시작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관리자 [승인] [반려]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시 배달 자동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서류 이미지 뷰어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&lt;dialog&gt; showModal() top-layer 방식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z-index·overflow 충돌 없음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iOS PWA 뒤로가기 안전 유지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화면 탭 or Esc로 닫기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가게 심사 UI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사업자등록증 이미지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주소·카테고리·사장님 정보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+ 반려 사유 입력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 상태 배지 (심사중/승인/반려)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관리자 라이더 심사 UI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신분증·차량등록증·보험증명서 뷰어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라이더 기본 정보 + 차량 유형 표시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[승인][반려] 버튼 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서류 이미지 탭 → 전체화면 확대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FF1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123C"/>
                </a:solidFill>
              </a:rPr>
              <a:t>역할 기반 접근 제어 강화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가게 공개 노출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미승인 라이더 배달 배정 차단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심사중 라이더 전용 레이아웃 배너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승인 후 정상 플로우 자동 복원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0FDFA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</a:rPr>
              <a:t>📅  2026. 07. 06 (Day 21)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🛵  배달 설정 대개편 — 배달비·서비스 반경·예상시간 거리 연동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사장님·라이더 알람 안정화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AudioContext 재정지 문제 해결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맑은 Web Audio 벨소리 복원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알람 pendingCount 연동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Realtime 누락돼도 확실히 울림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🧮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배달비 미리보기 = 청구액 일치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resolveDeliveryFee 공용 헬퍼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주문 API·미리보기 API 단일 소스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표시 = 실제 청구 배달비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불일치(예 32,500→31,500) 차단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거리 할증 배달비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구역 테이블 → 기본구간+비례 할증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초과 거리 정비례(10원 반올림)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예) 기본5km/2000·2km당1000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7km=3,000 · 10km=4,500원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서비스 반경 통합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노출 반경 = 배달 한계 일원화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1~20km 단일 설정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내 노출 + 주문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반경 밖 자동 배달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예상 시간 거리 연동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조리 시간 + 거리×(km당 이동)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5분 단위 반올림 자동 계산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장바구니 '예상 도착 약 N분'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거리별 시간 미리보기 제공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0FDFA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5EEA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DB 스키마 확장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stores 6개 컬럼 추가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delivery_base_km/surcharge_unit/fee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prep_time_min/travel_per_km_min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delivery_zones 방식 폐지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338CA"/>
                </a:solidFill>
              </a:rPr>
              <a:t>📅  2026. 07. 07 (Day 22)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1D95"/>
                </a:solidFill>
              </a:rPr>
              <a:t>🔐  Pi 생태계 전용 로그인 안내 · 초대 보상 표시 수정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579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91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591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1272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Pi 전용 로그인 화면 안내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140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생태계 전용 서비스임을 명시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Pi Browser 로그인 = 정식 경로 강조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카카오·이메일 → 점선 박스로 분리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'🔧 개발자 검토·테스트용' 배지 부착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심사·테스트 목적 안내로 오해 방지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1554480"/>
            <a:ext cx="3749040" cy="3200400"/>
          </a:xfrm>
          <a:prstGeom prst="roundRect">
            <a:avLst>
              <a:gd name="adj" fmla="val 4286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73952" y="1792224"/>
            <a:ext cx="64008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17739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42048" y="186537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338CA"/>
                </a:solidFill>
              </a:rPr>
              <a:t>초대 보상 표시 버그 수정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28816" y="2606040"/>
            <a:ext cx="3246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'내가 받은 보상' 계산 오류 수정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(건수 × 50 → 실제 지급액 합산)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지갑엔 5,000 정상 적립, 표시만 50P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wallet_transactions 금액 그대로 집계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F1235"/>
                </a:solidFill>
              </a:rPr>
              <a:t>대기 중(사장님·라이더) 초대도 실적 포함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ECFDF5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47857"/>
                </a:solidFill>
              </a:rPr>
              <a:t>📅  2026. 07. 07 (Day 23)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🔔  알림 = '영업/운행 시작' 스위치 통합 · 사장님·라이더 헤더 UX 정리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'영업/운행 시작' 스위치 통합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종·스피커 버튼의 정체 모호 문제 개선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브라우저 정책상 필요한 알림 arm을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시작'·'운행 시작' 행동에 녹임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누르면 확인음 + 영업/운행 시작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사장님 영업 토글 일원화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대시보드 중복 '영업 시작' 버튼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 헤더 영업 토글 하나로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(is_open 오픈 + 알림을 함께 처리)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'영업 중' 표기 중복 혼란 해소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🏷️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라이더 문구 통일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온라인/오프라인 → '운행 중/운행 시작'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꺼진 상태 = 행동형 '시작' 라벨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프로필 상태 배지도 동일하게 통일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사장님 '영업 중'과 톤 일치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🔕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알림 꺼짐 감지 배너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영업/운행 중이나 이번 세션 알림 미활성 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헤더 아래 얇은 띠로 '알림 켜기' 안내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탭하면 알림만 arm (영업상태 불변)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상단바에서 분리 → 심플 유지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♻️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재진입 알림 오표시 수정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MyPICK 갔다와도 알림 다시 눌러야 하던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오표시 제거. isOrderSoundArmed()로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실제 오디오(컨텍스트) 상태 판별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이미 켜져 있으면 배너 안 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🧭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</a:rPr>
              <a:t>헤더 UX 심플화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타이틀 중앙 정렬 + 확대(text-xl)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가게명·이름 서브텍스트 제거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뒤로가기 → '‹ MyPICK' 라벨 버튼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양옆 버튼 축소로 타이틀 강조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8D9"/>
                </a:solidFill>
              </a:rPr>
              <a:t>📅  2026. 07. 22 (Day 24)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1D95"/>
                </a:solidFill>
              </a:rPr>
              <a:t>🧹  테스트넷 데이터 클린업 · 초대 어뷰징 방지 · 관리자 지표 정상화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9319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319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3327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테스트넷 데이터 클린업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976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중복 관리자·비-Pi 테스트 계정 정리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주인 없는 고아 시드 가게 삭제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(Pi 유저·데모 카탈로그·본인 계정 보존)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가맹점 37 → 21로 정상화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2511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6519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 리셋 중복 계정 방지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6168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 리셋로 pi_uid 바뀌어도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같은 pi_username 계정에 재연결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PI_RELINK_BY_USERNAME(테스트넷 전용)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로그인 이메일·비번 자동 갱신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92440" y="91440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57032" y="109728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57032" y="107899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🛡️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897112" y="1115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초대 어뷰징 방지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93608" y="162763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양방향(서로) 초대 차단 → 자기초대 파밍 방지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초대코드 입력·출석부에 전환 안내 노출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어뷰징 감사 SQL(pick-abuse-audit)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파밍 클러스터 30,050 PICK 회수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9319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🗓️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3327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출석 활동 보너스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976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최근 7일 실주문 있으면 출석 +50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순수 탭 파밍 50 / 실이용 유저 100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진짜 이용 → 보상 연결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지갑 UI에 보너스 표시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16052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2511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2511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96519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PICK 전환 정책 문서화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36168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테스트넷→메인넷 비율 전환 정책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출처별 가중치(실주문1.0/초대0.5/출석0.2)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KYC 게이트·어뷰징 제외·산정 공식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docs/pick-conversion-policy.md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92440" y="3246120"/>
            <a:ext cx="3749040" cy="2148840"/>
          </a:xfrm>
          <a:prstGeom prst="roundRect">
            <a:avLst>
              <a:gd name="adj" fmla="val 6383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57032" y="34290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57032" y="34107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897112" y="34472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</a:rPr>
              <a:t>관리자 지표 정상화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93608" y="3959352"/>
            <a:ext cx="333756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PICK 유통량을 Pi 인증 유저만 집계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(테스트 계정 대량 충전 왜곡 제거)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454,230 → 실제 Pi 분배 ~15,750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대시보드 라벨 'Pi 기준' 명시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C1D95"/>
                </a:solidFill>
              </a:rPr>
              <a:t>Pi Network × PICK PICK 통합 전략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41248"/>
            <a:ext cx="3657600" cy="5212080"/>
          </a:xfrm>
          <a:prstGeom prst="roundRect">
            <a:avLst>
              <a:gd name="adj" fmla="val 3750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932688"/>
            <a:ext cx="343814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932688"/>
            <a:ext cx="3438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📡  Pi Network 현황 (4/20)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Open Network 가동 중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(2025.02.20 출시)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093976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Pi SDK 사용 가능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(U2A/A2U 결제, 로그인)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770632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 KYC 완료 1,750만+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Fast Track KYC 지원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447288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🧪  Pi DEX/AMM/토큰생성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Testnet 라이브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4123944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 Protocol 23 (스마트컨트랙트)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출시 예정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00600"/>
            <a:ext cx="3200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💰  Pi 현재가격 ~$0.187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(2026.02 기준)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60520" y="841248"/>
            <a:ext cx="3840480" cy="5212080"/>
          </a:xfrm>
          <a:prstGeom prst="roundRect">
            <a:avLst>
              <a:gd name="adj" fmla="val 3571"/>
            </a:avLst>
          </a:prstGeom>
          <a:solidFill>
            <a:srgbClr val="EDE9FE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70248" y="932688"/>
            <a:ext cx="362102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0248" y="932688"/>
            <a:ext cx="36210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🏗️  연동 아키텍처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14081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기존 인프라 100% 유지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315968" y="16824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Vercel (Next.js) 그대로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315968" y="19568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Supabase DB 그대로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315968" y="22311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PICK 토큰 시스템 그대로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15968" y="25054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토스페이먼츠 그대로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315968" y="27797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추가되는 것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315968" y="30540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SDK 스크립트 1줄 추가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315968" y="33284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로그인 버튼 (선택)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315968" y="36027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결제 옵션 추가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315968" y="387705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보상 지급 API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315968" y="415137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21A8"/>
                </a:solidFill>
              </a:rPr>
              <a:t>▶  Pi Browser = 그냥 브라우저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315968" y="442569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URL 열면 Vercel에서 서빙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315968" y="470001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    Pi 노드 = 거래 검증만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229600" y="841248"/>
            <a:ext cx="4160520" cy="5212080"/>
          </a:xfrm>
          <a:prstGeom prst="roundRect">
            <a:avLst>
              <a:gd name="adj" fmla="val 3297"/>
            </a:avLst>
          </a:prstGeom>
          <a:solidFill>
            <a:srgbClr val="E0F2FE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39328" y="932688"/>
            <a:ext cx="394106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39328" y="932688"/>
            <a:ext cx="3941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🗓️  지금 vs 나중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141732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145389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Pi 로그인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77072" y="169164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SDK 제공 · Mainnet 가동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366760" y="203911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30768" y="20756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U2A Pi 결제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8577072" y="231343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유저 → 앱 결제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366760" y="2660904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430768" y="269748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A2U Pi 지급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8577072" y="2935224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라이더·리뷰 보상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366760" y="3282696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430768" y="33192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A34A"/>
                </a:solidFill>
              </a:rPr>
              <a:t>✅  Testnet 앱 등록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77072" y="3557016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개발/테스트 가능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366760" y="3904488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30768" y="39410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 온체인 토큰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577072" y="4178808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Protocol 23 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366760" y="4526280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30768" y="4562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PICK↔Pi DEX 스왑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8577072" y="4800600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Mainnet 배포 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366760" y="5148072"/>
            <a:ext cx="3886200" cy="530352"/>
          </a:xfrm>
          <a:prstGeom prst="roundRect">
            <a:avLst>
              <a:gd name="adj" fmla="val 17241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30768" y="51846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⏳  에코시스템 공개 등재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8577072" y="5422392"/>
            <a:ext cx="36027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Pi Only 조건 검토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64592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7ED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64592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🌐  Pi Network 연동 마스터 플랜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474720" y="20116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1D95"/>
                </a:solidFill>
              </a:rPr>
              <a:t>5단계 개발 시퀀스 (feature/pi-integration 브랜치)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1704320" cy="36576"/>
          </a:xfrm>
          <a:prstGeom prst="rect">
            <a:avLst/>
          </a:prstGeom>
          <a:solidFill>
            <a:srgbClr val="E9D5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2608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92608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사전 준비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21A8"/>
                </a:solidFill>
              </a:rPr>
              <a:t>Week 1 · 1~2일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Developer Portal 앱 2개 등록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Dev (Testnet)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4048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PICK (Mainnet)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4048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API Key 발급 → .env.local 저장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4048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SDK 스크립트 layout.tsx 추가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4048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 감지 유틸 작성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615184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06624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6624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706624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 로그인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79776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369A1"/>
                </a:solidFill>
              </a:rPr>
              <a:t>Week 1 · 2~3일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798064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Pi.authenticate() 클라이언트 연동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798064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/api/auth/pi-login 서버 API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798064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GET /v2/me 로 uid 검증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798064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users 테이블 pi_uid 컬럼 활성화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98064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이메일 로그인과 병행 운영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798064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Browser에서만 버튼 노출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20640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U2A Pi 결제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93792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93792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A34A"/>
                </a:solidFill>
              </a:rPr>
              <a:t>Week 2 · 3~4일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212080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Pi.createPayment() 장바구니 연동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212080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/api/payments/pi/approve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212080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/api/payments/pi/complete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12080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orders 테이블 payment_pi_id 추가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212080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원화 → Pi 환율 실시간 적용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212080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결제 수단에 Pi 옵션 추가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43216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34656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34656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534656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A2U Pi 지급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7607808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07808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</a:rPr>
              <a:t>Week 3 · 2~3일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626096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POST /api/payments/pi/payout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626096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라이더 배달완료 → Pi 수익 지급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626096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리뷰 작성 → Pi 보상 지급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626096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친구 초대 → Pi 레퍼럴 보상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7626096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미완료 결제 주기적 확인 Cron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7626096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rider_earnings Pi 수익 기록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857232" y="841248"/>
            <a:ext cx="2304288" cy="5257800"/>
          </a:xfrm>
          <a:prstGeom prst="roundRect">
            <a:avLst>
              <a:gd name="adj" fmla="val 5952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9948672" y="932688"/>
            <a:ext cx="2121408" cy="658368"/>
          </a:xfrm>
          <a:prstGeom prst="roundRect">
            <a:avLst>
              <a:gd name="adj" fmla="val 13889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948672" y="950976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STEP 5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948672" y="1207008"/>
            <a:ext cx="21214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PICK 온체인 토큰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021824" y="1664208"/>
            <a:ext cx="1975104" cy="274320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021824" y="1664208"/>
            <a:ext cx="19751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</a:rPr>
              <a:t>추후 · Protocol 23 후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040112" y="202996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DEX/AMM Mainnet 배포 확인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10040112" y="2651760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 토큰 Pi 생태계 발행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10040112" y="3273552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PICK/PI 유동성 풀 등록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0040112" y="3895344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기존 DB PICK → 온체인 마이그레이션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10040112" y="4517136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에코시스템 공개 등재 신청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10040112" y="5138928"/>
            <a:ext cx="19385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235"/>
                </a:solidFill>
              </a:rPr>
              <a:t>• Pi Only 앱 별도 버전 검토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6172200"/>
            <a:ext cx="11704320" cy="475488"/>
          </a:xfrm>
          <a:prstGeom prst="roundRect">
            <a:avLst>
              <a:gd name="adj" fmla="val 19231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172200"/>
            <a:ext cx="11704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21A8"/>
                </a:solidFill>
              </a:rPr>
              <a:t>🌿  브랜치 전략: main (운영 유지) → feature/pi-integration (Pi 개발) → 테스트 완료 후 PR 머지  |  Vercel 브랜치별 독립 URL 자동 생성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1D95"/>
                </a:solidFill>
              </a:rPr>
              <a:t>✅  완료된 기능 전체 목록 (Day 15 최신)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84048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860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3832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🔐 인증 / 사용자 관리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319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이메일 로그인/회원가입 + 지갑 자동생성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9319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카카오 소셜 로그인 (비즈니스 인증 후 재추가)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RBAC 미들웨어 (user/owner/rider/admin)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9319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비밀번호 찾기·재설정 + 검색 히스토리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9319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프로필 수정 + 다중 배달 주소 + 레퍼럴 재설계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6052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🏠 사용자 탭 (4개) + UX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홈: 카테고리·검색(GIN)·인기가게·광고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2511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지갑: 퍼플 재디자인 + Pi UI + 출석 Tap-to-Earn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32511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PICK주문: Realtime 추적 + 상세 + 재주문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32511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알림 드로어 + 딥링크 + 자동 트리거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2511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MyPICK 초대 3버튼 (사용자·사장님·라이더)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092440" y="96012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02168" y="106984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02168" y="106984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🛒 가맹점 / 주문 플로우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57032" y="15544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목록 (카테고리/전문검색 필터)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57032" y="19019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가맹점 상세 + 메뉴 옵션 + 리뷰(이미지)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57032" y="22494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쿠폰(3종) + PICK 할인 + 배달 메모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57032" y="25968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PICK 결제 + 토스페이먼츠 카드 결제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57032" y="294436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생성 → PICK 차감 → 완료 적립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832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👨‍🍳 사장님 기능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9319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가게 등록·설정·쿠폰(KRW 입력)·영업시간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사진 리뷰 보상 설정 연동 (photo_review_reward_krw)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319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관리: 수락 ETA + 거절 확인 팝업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9319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매출 통계 대시보드 + 주간 차트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9319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신규주문 TTS 알림 '픽픽 주문이 들어왔습니다'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신규 가맹점 초대 리워드 20,000 PICK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16052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27024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024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🛵 라이더 / PWA / 인프라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32511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배달 수락 → PICK 자동 지급 + 위치 공유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32511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라이더 5km 반경 필터링 + 거리순 정렬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32511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10분 자동오프라인 Cron (매 5분 실행)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32511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calling_rider 상태 흐름 재설계 + 픽업완료 버튼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32511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주문 pending 흐름 · 라이더 heartbeat · 조리완료 폴링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2511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다중 가게 통합 조회 · Realtime storeIds 배열 지원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32511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안드로이드 알람 Web Audio 선예약 (JS throttle 우회)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325112" y="659282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FCM 푸시 알림 + 관리자 일괄 발송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325112" y="694029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PWA 오프라인 캐싱 (Serwist) + Sentry 모니터링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92440" y="356616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02168" y="367588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02168" y="367588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π Pi Network 연동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57032" y="41605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SDK 앱 통합 (pi-sdk.js + types/pi.d.ts)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257032" y="450799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Pi.init() + Pi.authenticate() + Pi.createPayment()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257032" y="485546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서버 API: /api/pi/approve · /api/pi/complete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257032" y="520293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개발자 체크리스트 10/10 완료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8257032" y="555040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Pi Ecosystem Listing 신청 진행 중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57032" y="589788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/pi-test 전용 테스트 페이지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257032" y="624535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/privacy · /terms · 브랜드 OG 이미지 생성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28600" y="6172200"/>
            <a:ext cx="3749040" cy="2423160"/>
          </a:xfrm>
          <a:prstGeom prst="roundRect">
            <a:avLst>
              <a:gd name="adj" fmla="val 566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8328" y="6281928"/>
            <a:ext cx="3529584" cy="384048"/>
          </a:xfrm>
          <a:prstGeom prst="roundRect">
            <a:avLst>
              <a:gd name="adj" fmla="val 19048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8328" y="6281928"/>
            <a:ext cx="35295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🛡️ DB / 보안 / 관리자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393192" y="676656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DB 인덱스 30개+ (GIN 전문검색 포함)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93192" y="7114032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운영 RLS 정책 + Storage 버킷 정책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393192" y="7461504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RLS 라이더 미배정 주문 조회 정책 추가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393192" y="7808976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관리자 5탭: 통계·회원·가게·쿠폰·FCM 푸시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93192" y="8156448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404·에러·로딩·스플래시 페이지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93192" y="8503920"/>
            <a:ext cx="3401568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✓  다크모드 + Tailwind dark: 클래스 전면 적용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🚀  Phase 1~3 완성 · 다음 단계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3657600" cy="457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914400"/>
            <a:ext cx="12070080" cy="548640"/>
          </a:xfrm>
          <a:prstGeom prst="roundRect">
            <a:avLst>
              <a:gd name="adj" fmla="val 20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1207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🎉  Phase 1~4 진입! 80개+ 기능 구현 · Pi SDK 연동 · 개발자 체크리스트 10/10 · Ecosystem Listing 신청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</a:rPr>
              <a:t>✅ Phase 1~3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28600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인증 · 지갑 · 주문 플로우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이메일 로그인 (카카오 비즈니스 후 추가)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토큰 지갑 + 토스페이먼츠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Realtime 주문 추적 완성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33088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0248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70248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사장님 · 라이더 · 관리자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297680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사장님 주문/메뉴/정산/통계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라이더 수락/위치공유/수익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5탭 대시보드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37576" y="20574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74736" y="21762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 w="12700">
            <a:solidFill>
              <a:srgbClr val="DCFC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74736" y="21762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A34A"/>
                </a:solidFill>
              </a:rPr>
              <a:t>PWA · 보안 · DB 최적화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02168" y="25694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Serwist 오프라인 캐싱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RLS + 인덱스 30개+ + FCM 푸시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Sentry + Storage 정책 완성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4290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4290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🟡 런칭 준비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Firebase 환경변수 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API Key ~ App ID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VAPID 키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Admin SDK JSON 완성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33088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70248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70248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카카오 API 키 확인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297680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앱 키 → JavaScript 키 재확인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NEXT_PUBLIC_KAKAO_MAP_KEY 검증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Kakao Map 지도 표시 테스트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037576" y="38862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74736" y="40050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74736" y="40050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샘플 데이터 + 배포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02168" y="43982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실 가맹점 + 메뉴 데이터 추가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관리자 계정 role='admin' 설정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Vercel 프로덕션 배포 확인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325880" cy="384048"/>
          </a:xfrm>
          <a:prstGeom prst="roundRect">
            <a:avLst>
              <a:gd name="adj" fmla="val 2381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5257800"/>
            <a:ext cx="1325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580C"/>
                </a:solidFill>
              </a:rPr>
              <a:t>⏳ Phase 4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Network SDK 인증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93192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SDK 연동 (Mainnet 개방 후)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pi_uid / pi_username 필드 활성화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로그인 플로우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33088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70248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270248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코인 결제 연동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4297680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결제 API 연동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PICK ↔ Pi 토큰 전환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기반 정산 시스템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37576" y="5715000"/>
            <a:ext cx="3749040" cy="1280160"/>
          </a:xfrm>
          <a:prstGeom prst="roundRect">
            <a:avLst>
              <a:gd name="adj" fmla="val 9286"/>
            </a:avLst>
          </a:prstGeom>
          <a:solidFill>
            <a:srgbClr val="FFFFFF"/>
          </a:solidFill>
          <a:ln w="12700">
            <a:solidFill>
              <a:srgbClr val="E9D5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74736" y="5833872"/>
            <a:ext cx="3474720" cy="329184"/>
          </a:xfrm>
          <a:prstGeom prst="roundRect">
            <a:avLst>
              <a:gd name="adj" fmla="val 22222"/>
            </a:avLst>
          </a:prstGeom>
          <a:solidFill>
            <a:srgbClr val="FFEDD5"/>
          </a:solidFill>
          <a:ln w="12700">
            <a:solidFill>
              <a:srgbClr val="FFEDD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74736" y="5833872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580C"/>
                </a:solidFill>
              </a:rPr>
              <a:t>Pi 생태계 확장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202168" y="6227064"/>
            <a:ext cx="3419856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마이닝 연동 혜택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홀더 전용 할인 쿠폰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Pi Network 커뮤니티 마케팅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5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207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1D95"/>
                </a:solidFill>
              </a:rPr>
              <a:t>🗺️  전체 개발 로드맵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2560320" cy="45720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2608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6B21A8"/>
          </a:solidFill>
          <a:ln w="12700">
            <a:solidFill>
              <a:srgbClr val="6B21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2608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MVP  |  완료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로그인/회원가입 (이메일 단독 · 카카오 추후)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0040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홈 탭 + 전문검색(GIN) + 광고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지갑·주문·리뷰(이미지)·레퍼럴·알림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사장님 / 라이더 / 관리자 전체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쿠폰 (3종) + 토스페이먼츠 카드결제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0040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RBAC 미들웨어 + 운영 RLS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501091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DB 인덱스 30개+ 최적화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544982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+ 관리자 일괄 발송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36392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46120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73552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완성도  |  완료 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93592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93592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273552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다크모드 (Tailwind dark: 전면 적용)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273552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다중 배달 주소 + 카카오 주소검색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73552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PICK 등급 적립 배율 적용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73552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광고·노출 시스템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73552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주간 영업시간 표시 + 실사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273552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FCM 푸시 알림 완성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9904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632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99632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27064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성장  |  완료 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47104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47104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6A34A"/>
                </a:solidFill>
              </a:rPr>
              <a:t>완료 ✅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27064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토스페이먼츠 카드·간편결제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27064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PWA 오프라인 (Serwist 캐싱)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27064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가맹점 광고 시스템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27064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Sentry 모니터링 설정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27064" y="4133088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카카오 소셜 로그인 (비즈니스 인증 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27064" y="457200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✅ 전문검색 GIN + RPC 함수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9043416" y="914400"/>
            <a:ext cx="2743200" cy="4983480"/>
          </a:xfrm>
          <a:prstGeom prst="roundRect">
            <a:avLst>
              <a:gd name="adj" fmla="val 6000"/>
            </a:avLst>
          </a:prstGeom>
          <a:solidFill>
            <a:srgbClr val="FFEDD5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53144" y="1024128"/>
            <a:ext cx="2523744" cy="822960"/>
          </a:xfrm>
          <a:prstGeom prst="roundRect">
            <a:avLst>
              <a:gd name="adj" fmla="val 13333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53144" y="1024128"/>
            <a:ext cx="25237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Phase 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9180576" y="141732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DD6FE"/>
                </a:solidFill>
              </a:rPr>
              <a:t>Pi 연동  |  Mainnet 후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500616" y="1938528"/>
            <a:ext cx="1828800" cy="320040"/>
          </a:xfrm>
          <a:prstGeom prst="roundRect">
            <a:avLst>
              <a:gd name="adj" fmla="val 28571"/>
            </a:avLst>
          </a:prstGeom>
          <a:solidFill>
            <a:srgbClr val="F3F4F6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00616" y="19385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7280"/>
                </a:solidFill>
              </a:rPr>
              <a:t>대기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180576" y="2377440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Network SDK 인증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0576" y="2816352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코인 결제 연동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80576" y="3255264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PICK ↔ Pi 토큰 전환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0576" y="3694176"/>
            <a:ext cx="24688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1235"/>
                </a:solidFill>
              </a:rPr>
              <a:t>⏳ Pi 기반 정산 시스템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2026-07-22T08:59:41Z</dcterms:created>
  <dcterms:modified xsi:type="dcterms:W3CDTF">2026-07-22T08:59:41Z</dcterms:modified>
</cp:coreProperties>
</file>