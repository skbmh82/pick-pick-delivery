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20일  |  주문 pending 흐름 · 라이더 자동오프라인 방지 · 조리완료 실시간 반영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(4/20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98" name="Text 96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70개+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02" name="Text 100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03" name="Text 101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06" name="Text 104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(4/20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70개+ 기능 구현 · 미착수 기능 0개 · Pi Network 연동 플랜 수립 완료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2026-04-20T13:31:20Z</dcterms:created>
  <dcterms:modified xsi:type="dcterms:W3CDTF">2026-04-20T13:31:20Z</dcterms:modified>
</cp:coreProperties>
</file>