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6월 29일  |  레퍼럴 보안 강화 · 조건부 보상 지급 · Pi 로그인 UX 개선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(6/29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22" name="Text 120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23" name="Text 121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26" name="Text 124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27" name="Text 125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30" name="Text 128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31" name="Text 129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2026-06-29T08:57:33Z</dcterms:created>
  <dcterms:modified xsi:type="dcterms:W3CDTF">2026-06-29T08:57:33Z</dcterms:modified>
</cp:coreProperties>
</file>