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20일  |  사장님 다중 가게 지원 · 안드로이드 알람 Web Audio 선예약 · Vercel 정리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(4/20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02" name="Text 100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70개+</a:t>
            </a:r>
            <a:endParaRPr lang="en-US" sz="1800" dirty="0"/>
          </a:p>
        </p:txBody>
      </p:sp>
      <p:sp>
        <p:nvSpPr>
          <p:cNvPr id="103" name="Text 101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06" name="Text 104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10" name="Text 108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11" name="Text 109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14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75개+ 기능 구현 · 안드로이드 알람 안정화 · Pi PICK 토큰 전환 전략 확정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2026-04-20T14:54:28Z</dcterms:created>
  <dcterms:modified xsi:type="dcterms:W3CDTF">2026-04-20T14:54:28Z</dcterms:modified>
</cp:coreProperties>
</file>