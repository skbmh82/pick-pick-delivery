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097280"/>
            <a:ext cx="3200400" cy="32004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4114800"/>
            <a:ext cx="2286000" cy="22860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0" y="457200"/>
            <a:ext cx="1463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🛵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PICK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픽픽 배달앱 프로젝트 현황 보고서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0" y="3108960"/>
            <a:ext cx="603504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291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B5FD"/>
                </a:solidFill>
              </a:rPr>
              <a:t>2026년 4월 17일  |  주문 취소 감지 개선 · 라이더 상태 흐름 수정 · 알림 즉시 중단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393192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🎯  한국형 배달 앱 (Web/PWA)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45920" y="4498848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👥  3역할: 사용자 · 사장님 · 라이더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5065776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💜  자체 PICK 토큰 지갑 시스템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📊  PICK PICK 진행 현황 (4/17 최신)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291840" cy="45720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5097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인증 / 이메일 로그인 + 지갑 자동생성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95097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24358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카카오 소셜 로그인 + OAuth 콜백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4358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153619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홈 탭 + 검색(전문검색 GIN) + 가맹점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153619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182880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(충전·보내기·거래내역)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0" y="182880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1214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PICK주문 탭 + 취소 + 재주문 + 리뷰(이미지)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212140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41401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장바구니 + 메뉴 옵션 + 쿠폰 + PICK 할인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241401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27066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대시보드 / 주문 / 메뉴 / 정산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0" y="270662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299923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대시보드 / 배달 / 수익 / 위치 공유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0" y="299923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329184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대시보드 + PICK 지급 + 가게 승인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0" y="329184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7200" y="358444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미들웨어 RBAC + 비밀번호 찾기/재설정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0" y="358444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7200" y="387705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인덱스 30개+ + 운영 RLS 정책 전환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0" y="387705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7200" y="416966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PWA + 다크모드 + 에러/404/로딩 페이지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01200" y="416966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57200" y="446227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토스페이먼츠 카드·간편결제 연동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601200" y="446227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57200" y="475488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가맹점 광고 시스템 + Sentry 모니터링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601200" y="475488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57200" y="504748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주간 영업시간 표시 + 실사 이미지 연동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601200" y="50474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57200" y="534009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FCM 푸시 알림 + 관리자 일괄 발송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601200" y="534009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457200" y="563270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재디자인 + Pi UI + 출석 Tap-to-Earn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601200" y="563270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457200" y="592531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사진리뷰보상 + 쿠폰 KRW 입력 설정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601200" y="592531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457200" y="621792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친구 초대 리워드 역할별 배치 (사용자·사장님·라이더)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601200" y="621792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457200" y="651052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레퍼럴 재설계: 초대자 5K 고정 · 역할별 웰컴 보너스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601200" y="651052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457200" y="680313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5km 반경 필터링 + 10분 자동오프라인 Cron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601200" y="680313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457200" y="709574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취소 즉시 반영 · calling_rider 상태 흐름 재설계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601200" y="709574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10332720" y="118872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332720" y="126187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94" name="Text 92"/>
          <p:cNvSpPr/>
          <p:nvPr/>
        </p:nvSpPr>
        <p:spPr>
          <a:xfrm>
            <a:off x="10332720" y="16459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</a:rPr>
              <a:t>65개+</a:t>
            </a:r>
            <a:endParaRPr lang="en-US" sz="1800" dirty="0"/>
          </a:p>
        </p:txBody>
      </p:sp>
      <p:sp>
        <p:nvSpPr>
          <p:cNvPr id="95" name="Text 93"/>
          <p:cNvSpPr/>
          <p:nvPr/>
        </p:nvSpPr>
        <p:spPr>
          <a:xfrm>
            <a:off x="10332720" y="19933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완료 기능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10332720" y="260604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332720" y="26791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🚧</a:t>
            </a:r>
            <a:endParaRPr lang="en-US" sz="2200" dirty="0"/>
          </a:p>
        </p:txBody>
      </p:sp>
      <p:sp>
        <p:nvSpPr>
          <p:cNvPr id="98" name="Text 96"/>
          <p:cNvSpPr/>
          <p:nvPr/>
        </p:nvSpPr>
        <p:spPr>
          <a:xfrm>
            <a:off x="10332720" y="30632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</a:rPr>
              <a:t>0개</a:t>
            </a:r>
            <a:endParaRPr lang="en-US" sz="1800" dirty="0"/>
          </a:p>
        </p:txBody>
      </p:sp>
      <p:sp>
        <p:nvSpPr>
          <p:cNvPr id="99" name="Text 97"/>
          <p:cNvSpPr/>
          <p:nvPr/>
        </p:nvSpPr>
        <p:spPr>
          <a:xfrm>
            <a:off x="10332720" y="34107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진행 중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10332720" y="402336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0332720" y="409651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⏳</a:t>
            </a:r>
            <a:endParaRPr lang="en-US" sz="2200" dirty="0"/>
          </a:p>
        </p:txBody>
      </p:sp>
      <p:sp>
        <p:nvSpPr>
          <p:cNvPr id="102" name="Text 100"/>
          <p:cNvSpPr/>
          <p:nvPr/>
        </p:nvSpPr>
        <p:spPr>
          <a:xfrm>
            <a:off x="10332720" y="448056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</a:rPr>
              <a:t>0개</a:t>
            </a:r>
            <a:endParaRPr lang="en-US" sz="1800" dirty="0"/>
          </a:p>
        </p:txBody>
      </p:sp>
      <p:sp>
        <p:nvSpPr>
          <p:cNvPr id="103" name="Text 101"/>
          <p:cNvSpPr/>
          <p:nvPr/>
        </p:nvSpPr>
        <p:spPr>
          <a:xfrm>
            <a:off x="10332720" y="48280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미착수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08 (Day 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🔐  로그인 · 회원가입 · 홈 UI 구현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Auth 연동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/ 회원가입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 선택 UI (user / owner / rider)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Zod 유효성 검사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Zustand authStore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AuthProvider (세션 자동 복원)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상태 전역 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분기 처리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홈 탭 카테고리 UI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16개 카테고리 그리드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귀여운 이모지 + rounded-3xl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브랜드 디자인 전면 적용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공통 레이아웃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BottomNav rounded-t-3xl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활성 탭 pill 스타일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Header PICK 잔액 위젯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MyPICK 탭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프로필 카드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등급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/ 라이더 역할별 배너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DB 스키마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테이블 SQL 작성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 cascade 트리거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Jua 폰트 PICK PICK 로고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09 (Day 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🛒  가맹점·장바구니·주문·사장님·라이더 실DB 연동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가맹점 목록 / 상세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카테고리별 필터링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stores 실데이터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목록 + 이모지 매핑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장바구니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Zustand cartStore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수량 조절 / 총액 계산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생성 + 결제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/api/orders 서버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토큰 차감 (deduct_pick RPC)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완료 페이지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전체 실DB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주문관리 + 메뉴관리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정산/매출 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신규주문 알림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전체 실DB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배달하기 + 수익내역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수락 → PICK 지급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rider_earnings 정산 처리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Realtime + Zustand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orderStore / walletStore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📅  2026. 04. 10 (Day 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🎯  즐겨찾기·리뷰·검색·관리자·프로필 수정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❤️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즐겨찾기 토글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배너 ♥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/api/favorites/[storeId]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서버사이드 초기값 주입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관리자 대시보드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/admin/dashboard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유저 목록 + PICK 지급 모달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 역할 기반 보호 추가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회원가입 서버화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/api/auth/register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Admin 클라이언트로 지갑 자동생성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SQL 트리거 스크립트 작성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리뷰 작성 + PICK 보상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배달완료 후 리뷰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별점 1~5 + 텍스트 후기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+10 PICK 자동 지급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주문 취소 / 재주문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pending 상태 취소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이전 주문 장바구니 재담기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재주문 → 가게 페이지 이동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검색 + 프로필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검색바 실제 동작 (ilike)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리뷰 목록 섹션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MyPICK 이름/전화/주소 수정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69A1"/>
                </a:solidFill>
              </a:rPr>
              <a:t>📅  2026. 04. 11 (Day 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🚀  전체 주문 플로우 완성 + 메뉴 옵션 + 실동작 연결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PICK 보내기 + 알림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/api/wallet/transfer (송금)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알림 드로어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변경 시 자동 알림 트리거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라이더 실동작 완성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실시간 위치 공유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수익 내역 실DB + 주간/월간 차트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버튼 → PICK 적립 자동화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사장님 기능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등록 배너 + 모달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매출 통계 대시보드 강화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가게 승인 탭 + 건수 배지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다중 배달 주소 + 주문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user_addresses 테이블 + CRUD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실주소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메모 입력 + SelectedOption 타입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🍽️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메뉴 옵션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사장님: 옵션 그룹/옵션 CRUD UI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고객: OptionSelectModal 바텀시트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필수/선택·추가금액 실시간 합산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주문 관리 실동작 완성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수락 시 ETA 선택 (10~60분)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setup-functions.sql (RPC 3개)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useStoreOrderStatusRealtime 추가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📅  2026. 04. 11~12 (Day 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🎁  쿠폰·PWA·주문상세·에러/로딩 페이지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쿠폰 시스템 전체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관리자·사장님·사용자 쿠폰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고정할인·비율할인·무료배달 3종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할인 적용 연동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PWA 앱 설치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manifest.json + 앱 아이콘 SVG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Android beforeinstallprompt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iOS Safari '홈 화면 추가' 안내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주문 상세 페이지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/orders/[orderId] 신규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실시간 5단계 진행 스테퍼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리뷰 모달 + 재주문 + 취소 버튼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에러·로딩·404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app/not-found.tsx (404 브랜드)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app/error.tsx (에러 바운더리)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app/loading.tsx (스플래시 화면)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홈 화면 업그레이드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프로모션 배너 (가로 스크롤 3종)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인기 가게 섹션 fetchTopStores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pick-bounce-dot CSS 애니메이션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사장님 소리 알림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 Audio API 신규주문 알림음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Volume 토글 버튼 (헤더 우측)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파일 없이 브라우저 네이티브 생성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12~13 (Day 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보안 강화 · DB 최적화 · 소셜 로그인 · 전문검색 완성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운영 RLS 전환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14개 테이블 dev_allow_all → 운영 정책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auth_user_id / auth_user_role 헬퍼 함수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SELECT·INSERT·UPDATE 세밀 제어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DB 인덱스 30개+ 추가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 / notifications / stores / menus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GIN 전문검색 인덱스 (menus.name)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복합 인덱스로 쿼리 성능 대폭 개선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전문검색 업그레이드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search_stores RPC 함수 신규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websearch_to_tsquery 'simple' 딕셔너리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ts_rank 매칭 점수 기반 결과 정렬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카카오 소셜 로그인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/api/auth/callback OAuth 콜백 라우트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신규 가입 시 users + wallets 자동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로그인·회원가입 페이지 버튼 추가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주간 영업시간 표시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store_hours 7일 전체 조회·표시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오늘 요일 퍼플 강조 + '오늘' 뱃지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아코디언 UI (접기/펼치기)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미들웨어 + 비밀번호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Next.js Edge middleware RBAC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비밀번호 찾기·재설정 페이지 신규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검색 히스토리 + 리뷰 이미지 업로드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14 (Day 8)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카카오 로그인 설정 · KOE205 원인 분석 · 이메일 로그인 단독 운영 확정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소셜 로그인 설정 시도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Kakao Provider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REST API 키 + Client Secret 입력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Redirect URI 등록 (플랫폼 키 페이지)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KOE205 에러 원인 분석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account_email 스코프 요청 거부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Supabase가 내부적으로 이메일 요청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없이 이메일 스코프 불가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해결책 탐색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scopes 옵션 수정 시도 (효과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Allow users without email 토글 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하드코딩 scope 문제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로그인 제거 결정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후 재추가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페이지 카카오 버튼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이메일/비밀번호 로그인만 운영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카카오맵은 정상 유지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지도 SDK (JS Key) 정상 작동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주소 검색 Daum Postcode 정상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소셜 로그인만 제거, 지도 무관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다음 단계: Vercel 배포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단독 운영 확정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샘플 데이터 추가 후 배포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카카오 비즈니스 인증 별도 진행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📅  2026. 04. 14 (Day 9)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🔔  알림음 TTS 완성 · 라이더 실시간 알림 · 주문 플로우 개선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사장님 알림음 완성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HTMLAudioElement 사전 렌더링 방식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주문이 들어왔습니다'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3초 반복 · 수락 시 자동 중단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라이더 알림음 + Realtime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라이더 요청이 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orders.status=ready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시 알림 자동 중단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조리 중 라이더 호출 분리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중 '라이더 호출' 버튼 독립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전 미리 라이더 출발 가능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'조리 완료' 버튼 병행 유지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PICK 주문 즉시 confirmed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결제 시 pending 대신 confirmed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confirmed_at 자동 기록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'결제 확인 중' 대기 없이 즉시 수락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FK 모호성 버그 수정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PGRST201 오류 (orders→users FK 2개)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users!orders_user_id_fkey 힌트 적용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통계·주문·라이더 API 4곳 수정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메뉴 카테고리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업종 중복 항목 제거 (치킨·피자 등)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섹션 전용 7개로 정리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메인·사이드·음료·세트·디저트·스낵·기타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16 (Day 10)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💜  지갑 재디자인 · Tap-to-Earn · 사장님 자체 리워드 설정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💜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지갑 탭 전면 재디자인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퍼플 브랜드 테마 통일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 잔액 UI (디자인 선설계)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PICK↔Pi 교환 카드 (1π=300P)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100억 PICK 발행 · 1PICK=₩1 정보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출석 Tap-to-Earn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매일 출석 → 50 PICK 자동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daily_checkins 테이블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연속 streak 카운터 + 진행 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중복 체크인 방지 (DB UNIQUE)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🎁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친구 초대 리워드 재배치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사용자 MyPick: 5,000 PICK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대시보드: 20,000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내정보: 10,000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지갑탭에서 제거 → 역할별 분산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사진 리뷰 보상 설정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원화 입력 → PICK 자동환산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₩300 / ₩500 / ₩1,000 단계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시세 변동 시 원화가치 유지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stores.photo_review_reward_krw DB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쿠폰 KRW 입력 방식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fixed_pick 쿠폰: 원화 → PICK 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₩500 입력 → 500P 자동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시세 변동 안내 문구 포함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가맹점 PICK 잔액 차감 구조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🗑️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가게설정 UI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적립률 설정 섹션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직접 조율 불필요 항목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픽업대기 라이더 배정 상태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메시지 조건부 분기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DF2F8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185D"/>
                </a:solidFill>
              </a:rPr>
              <a:t>📅  2026. 04. 16 (Day 11)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🔗  레퍼럴 재설계 · 리뷰보상 연동 · 라이더 위치 필터 · 자동오프라인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레퍼럴 시스템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초대자: 역할 무관 5,000 PICK 고정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 가입자: 역할별 웰컴 보너스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사용자 5K · 사장님 20K · 라이더 10K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회원가입 시 자동 지급 (서버사이드)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MyPICK 초대 3버튼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일반 초대 / 사장님 초대 / 라이더 초대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역할별 링크 (?ref=CODE&amp;role=XXX)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'상대방 +X,000 P' 라벨 + 복사 피드백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대시보드도 자체 버튼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리뷰 보상 가게설정 연동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하드코딩 10 PICK → 가게 설정값 연동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photo_review_reward_krw 필드 활용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사진 첨부 시에만 보상 지급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보상 0인 가게는 알림 미표시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5km 반경 필터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Haversine 공식으로 거리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기준 5km 이내 주문만 노출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거리순 정렬 (가까운 주문 상단)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알림도 5km 라이더만 수신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⏰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자동오프라인 Cron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10분간 위치 미업데이트 → 자동 오프라인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Cron 매 5분 실행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rider_locations.updated_at 기준 판별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오프라인 전환 시 라이더에게 알림 발송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사장님/라이더 타 가게 주문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사장님·라이더도 타 가게 주문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 제한 없음 (user/owner/rider 모두)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API 주문 생성에 역할 제약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실제 사용 시나리오 검증 완료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17 (Day 12)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취소 즉시 반영 · calling_rider 상태 흐름 재설계 · RLS 정책 추가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주문현황보기 홈이동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clearLastOrder() onClick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클릭 시 useEffect(!lastOrder)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→ /home 강제 이동 원인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현황 페이지 정상 이동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취소 감지 즉시 반영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Polling 10s → 5s 단축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주문 감지 즉시 알림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useStoreOrderStatusRealtime 연동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calling_rider 상태 흐름 재설계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수락 API: 상태별 분기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ready → picked_up 즉시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calling_rider → 상태 유지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rider_id만 배정, 조리완료 대기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라이더 배달 페이지 개선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calling_rider: '조리 대기' 레이블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ready: '픽업 대기' + 픽업완료 버튼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activeStatuses에 calling_rider·ready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후 주문 사라짐 버그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Supabase RLS 정책 추가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미배정 주문 조회 권한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riders_can_read_available_orders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status IN (ready, calling_rider)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AND rider_id IS NULL 조건 추가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activeStatuses 전반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 API: calling_rider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deliveries: ready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dashboard: 취소 감지 폴링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prevOrderCountRef 초기화 버그 수정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1D95"/>
                </a:solidFill>
              </a:rPr>
              <a:t>✅  완료된 기능 전체 목록 (4/17 최신)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8404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832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🔐 인증 / 사용자 관리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이메일 로그인/회원가입 + 지갑 자동생성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9319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카카오 소셜 로그인 (비즈니스 인증 후 재추가)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RBAC 미들웨어 (user/owner/rider/admin)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비밀번호 찾기·재설정 + 검색 히스토리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9319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프로필 수정 + 다중 배달 주소 + 레퍼럴 재설계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6052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🏠 사용자 탭 (4개) + UX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2511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홈: 카테고리·검색(GIN)·인기가게·광고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2511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지갑: 퍼플 재디자인 + Pi UI + 출석 Tap-to-Earn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2511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PICK주문: Realtime 추적 + 상세 + 재주문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2511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알림 드로어 + 딥링크 + 자동 트리거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2511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MyPICK 초대 3버튼 (사용자·사장님·라이더)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9244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0216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0216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🛒 가맹점 / 주문 플로우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5703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목록 (카테고리/전문검색 필터)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5703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상세 + 메뉴 옵션 + 리뷰(이미지)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5703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쿠폰(3종) + PICK 할인 + 배달 메모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5703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 결제 + 토스페이먼츠 카드 결제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5703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생성 → PICK 차감 → 완료 적립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860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👨‍🍳 사장님 기능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9319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가게 등록·설정·쿠폰(KRW 입력)·영업시간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사진 리뷰 보상 설정 연동 (photo_review_reward_krw)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319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관리: 수락 ETA + 거절 확인 팝업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9319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매출 통계 대시보드 + 주간 차트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9319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신규주문 TTS 알림 '픽픽 주문이 들어왔습니다'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 가맹점 초대 리워드 20,000 PICK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16052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27024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7024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🛵 라이더 / PWA / 인프라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32511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배달 수락 → PICK 자동 지급 + 위치 공유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2511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라이더 5km 반경 필터링 + 거리순 정렬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32511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10분 자동오프라인 Cron (매 5분 실행)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32511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calling_rider 상태 흐름 재설계 + 픽업완료 버튼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32511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FCM 푸시 알림 + 관리자 일괄 발송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32511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PWA 오프라인 캐싱 (Serwist) + Sentry 모니터링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09244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20216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20216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🛡️ DB / 보안 / 관리자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25703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DB 인덱스 30개+ (GIN 전문검색 포함)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25703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운영 RLS 정책 + Storage 버킷 정책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25703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RLS 라이더 미배정 주문 조회 정책 추가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25703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관리자 5탭: 통계·회원·가게·쿠폰·FCM 푸시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25703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404·에러·로딩·스플래시 페이지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25703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다크모드 + Tailwind dark: 클래스 전면 적용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🚀  Phase 1~3 완성 · 다음 단계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65760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12070080" cy="54864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1207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🎉  Phase 1~3 완성! 65개+ 기능 구현 · 미착수 기능 0개 · Pi Network 연동만 남음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✅ Phase 1~3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인증 · 지갑 · 주문 플로우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이메일 로그인 (카카오 비즈니스 후 추가)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토큰 지갑 + 토스페이먼츠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Realtime 주문 추적 완성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33088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· 라이더 · 관리자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0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사장님 주문/메뉴/정산/통계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라이더 수락/위치공유/수익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5탭 대시보드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37576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74736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4736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PWA · 보안 · DB 최적화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02168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Serwist 오프라인 캐싱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RLS + 인덱스 30개+ + FCM 푸시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Sentry + Storage 정책 완성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4290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4290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🟡 런칭 준비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28600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Firebase 환경변수 ✅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3192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API Key ~ App ID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VAPID 키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Admin SDK JSON 완성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33088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70248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70248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카카오 API 키 확인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297680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앱 키 → JavaScript 키 재확인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NEXT_PUBLIC_KAKAO_MAP_KEY 검증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Kakao Map 지도 표시 테스트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37576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74736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74736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샘플 데이터 + 배포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02168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실 가맹점 + 메뉴 데이터 추가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계정 role='admin'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Vercel 프로덕션 배포 확인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52578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⏳ Phase 4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28600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Network SDK 인증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3192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SDK 연동 (Mainnet 개방 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pi_uid / pi_username 필드 활성화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로그인 플로우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133088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70248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70248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코인 결제 연동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297680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결제 API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↔ Pi 토큰 전환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정산 시스템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37576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74736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74736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생태계 확장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02168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마이닝 연동 혜택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홀더 전용 할인 쿠폰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Network 커뮤니티 마케팅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🗺️  전체 개발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2560320" cy="45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MVP  |  완료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로그인/회원가입 (이메일 단독 · 카카오 추후)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홈 탭 + 전문검색(GIN) + 광고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지갑·주문·리뷰(이미지)·레퍼럴·알림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사장님 / 라이더 / 관리자 전체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쿠폰 (3종) + 토스페이먼츠 카드결제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RBAC 미들웨어 + 운영 RLS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" y="501091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DB 인덱스 30개+ 최적화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544982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+ 관리자 일괄 발송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36392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46120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73552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완성도  |  완료 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93592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93592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73552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다크모드 (Tailwind dark: 전면 적용)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73552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다중 배달 주소 + 카카오 주소검색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73552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PICK 등급 적립 배율 적용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73552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광고·노출 시스템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73552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주간 영업시간 표시 + 실사 이미지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73552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완성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9904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632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99632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27064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성장  |  완료 🎉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47104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47104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27064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토스페이먼츠 카드·간편결제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27064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PWA 오프라인 (Serwist 캐싱)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27064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 시스템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27064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Sentry 모니터링 설정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27064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카카오 소셜 로그인 (비즈니스 인증 후)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27064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전문검색 GIN + RPC 함수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43416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53144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53144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180576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Pi 연동  |  Mainnet 후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500616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00616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대기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180576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Network SDK 인증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180576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코인 결제 연동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80576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PICK ↔ Pi 토큰 전환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180576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기반 정산 시스템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2026-04-17T06:24:13Z</dcterms:created>
  <dcterms:modified xsi:type="dcterms:W3CDTF">2026-04-17T06:24:13Z</dcterms:modified>
</cp:coreProperties>
</file>