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097280"/>
            <a:ext cx="3200400" cy="32004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4114800"/>
            <a:ext cx="2286000" cy="22860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0" y="457200"/>
            <a:ext cx="1463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🛵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PICK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픽픽 배달앱 프로젝트 현황 보고서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00400" y="3108960"/>
            <a:ext cx="6035040" cy="36576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2918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4B5FD"/>
                </a:solidFill>
              </a:rPr>
              <a:t>2026년 4월 11일  |  MVP Phase 1 — 전체 주문 플로우 완성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45920" y="393192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🎯  한국형 배달 앱 (Web/PWA)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45920" y="4498848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👥  3역할: 사용자 · 사장님 · 라이더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5920" y="5065776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💜  자체 PICK 토큰 지갑 시스템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📊  Phase 1 MVP 진행 현황 (4/11 기준)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291840" cy="45720"/>
          </a:xfrm>
          <a:prstGeom prst="rect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235"/>
                </a:solidFill>
              </a:rPr>
              <a:t>인증 / 회원가입 + 지갑 자동생성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434840" y="1060704"/>
            <a:ext cx="5029200" cy="16459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34840" y="1060704"/>
            <a:ext cx="5029200" cy="1645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100584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100%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39903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235"/>
                </a:solidFill>
              </a:rPr>
              <a:t>홈 탭 UI + 검색 + 가맹점 목록/상세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34840" y="1453896"/>
            <a:ext cx="5029200" cy="16459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453896"/>
            <a:ext cx="5029200" cy="1645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0" y="1399032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100%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1792224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235"/>
                </a:solidFill>
              </a:rPr>
              <a:t>지갑 탭 (충전·보내기·거래내역)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434840" y="1847088"/>
            <a:ext cx="5029200" cy="16459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847088"/>
            <a:ext cx="5029200" cy="1645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0" y="1792224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100%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2185416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235"/>
                </a:solidFill>
              </a:rPr>
              <a:t>PICK주문 탭 + 취소 + 재주문 + 리뷰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434840" y="2240280"/>
            <a:ext cx="5029200" cy="16459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34840" y="2240280"/>
            <a:ext cx="5029200" cy="1645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0" y="2185416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100%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2578608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235"/>
                </a:solidFill>
              </a:rPr>
              <a:t>장바구니 + 메뉴 옵션 선택 + 배달 주소 연동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434840" y="2633472"/>
            <a:ext cx="5029200" cy="16459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34840" y="2633472"/>
            <a:ext cx="5029200" cy="1645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0" y="2578608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100%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2971800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235"/>
                </a:solidFill>
              </a:rPr>
              <a:t>사장님 대시보드 / 주문 / 메뉴 / 정산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434840" y="3026664"/>
            <a:ext cx="5029200" cy="16459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34840" y="3026664"/>
            <a:ext cx="5029200" cy="1645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0" y="297180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100%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336499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235"/>
                </a:solidFill>
              </a:rPr>
              <a:t>라이더 대시보드 / 배달 / 수익 / 위치 공유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434840" y="3419856"/>
            <a:ext cx="5029200" cy="16459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34840" y="3419856"/>
            <a:ext cx="5029200" cy="1645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01200" y="3364992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100%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3758184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235"/>
                </a:solidFill>
              </a:rPr>
              <a:t>관리자 대시보드 + PICK 지급 + 가게 승인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434840" y="3813048"/>
            <a:ext cx="5029200" cy="16459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34840" y="3813048"/>
            <a:ext cx="5029200" cy="1645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01200" y="3758184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100%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7200" y="4151376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235"/>
                </a:solidFill>
              </a:rPr>
              <a:t>알림 시스템 + 친구 초대 레퍼럴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434840" y="4206240"/>
            <a:ext cx="5029200" cy="16459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434840" y="4206240"/>
            <a:ext cx="5029200" cy="1645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0" y="4151376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100%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57200" y="4544568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235"/>
                </a:solidFill>
              </a:rPr>
              <a:t>Supabase Realtime (주문·상태 실시간 추적)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434840" y="4599432"/>
            <a:ext cx="5029200" cy="16459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34840" y="4599432"/>
            <a:ext cx="5029200" cy="1645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01200" y="4544568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100%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57200" y="4937760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235"/>
                </a:solidFill>
              </a:rPr>
              <a:t>DB RPC 함수 (상태변경·PICK적립·차감)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434840" y="4992624"/>
            <a:ext cx="5029200" cy="16459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34840" y="4992624"/>
            <a:ext cx="5029200" cy="1645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01200" y="4937760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100%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57200" y="533095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235"/>
                </a:solidFill>
              </a:rPr>
              <a:t>FCM 푸시 알림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434840" y="5385816"/>
            <a:ext cx="5029200" cy="16459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601200" y="5330952"/>
            <a:ext cx="640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</a:rPr>
              <a:t>0%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10332720" y="118872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332720" y="126187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0332720" y="164592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</a:rPr>
              <a:t>30개+</a:t>
            </a:r>
            <a:endParaRPr lang="en-US" sz="1800" dirty="0"/>
          </a:p>
        </p:txBody>
      </p:sp>
      <p:sp>
        <p:nvSpPr>
          <p:cNvPr id="54" name="Text 52"/>
          <p:cNvSpPr/>
          <p:nvPr/>
        </p:nvSpPr>
        <p:spPr>
          <a:xfrm>
            <a:off x="10332720" y="19933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완료 기능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10332720" y="260604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332720" y="267919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🚧</a:t>
            </a:r>
            <a:endParaRPr lang="en-US" sz="2200" dirty="0"/>
          </a:p>
        </p:txBody>
      </p:sp>
      <p:sp>
        <p:nvSpPr>
          <p:cNvPr id="57" name="Text 55"/>
          <p:cNvSpPr/>
          <p:nvPr/>
        </p:nvSpPr>
        <p:spPr>
          <a:xfrm>
            <a:off x="10332720" y="306324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06"/>
                </a:solidFill>
              </a:rPr>
              <a:t>0개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10332720" y="341071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진행 중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10332720" y="402336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332720" y="409651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⏳</a:t>
            </a:r>
            <a:endParaRPr lang="en-US" sz="2200" dirty="0"/>
          </a:p>
        </p:txBody>
      </p:sp>
      <p:sp>
        <p:nvSpPr>
          <p:cNvPr id="61" name="Text 59"/>
          <p:cNvSpPr/>
          <p:nvPr/>
        </p:nvSpPr>
        <p:spPr>
          <a:xfrm>
            <a:off x="10332720" y="448056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A580C"/>
                </a:solidFill>
              </a:rPr>
              <a:t>1개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10332720" y="48280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미착수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08 (Day 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</a:rPr>
              <a:t>🔐  로그인 · 회원가입 · 홈 UI 구현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035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70432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Auth 연동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/ 회원가입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 선택 UI (user / owner / rider)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Zod 유효성 검사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53128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257800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Zustand authStore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54296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AuthProvider (세션 자동 복원)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상태 전역 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분기 처리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540496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05088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05088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345168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홈 탭 카테고리 UI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741664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16개 카테고리 그리드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귀여운 이모지 + rounded-3xl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브랜드 디자인 전면 적용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🧭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170432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공통 레이아웃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BottomNav rounded-t-3xl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활성 탭 pill 스타일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Header PICK 잔액 위젯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453128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7720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👤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257800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MyPICK 탭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654296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프로필 카드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등급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/ 라이더 역할별 배너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40496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705088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705088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345168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DB 스키마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741664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테이블 SQL 작성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 cascade 트리거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Jua 폰트 PICK PICK 로고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09 (Day 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🛒  가맹점·장바구니·주문·사장님·라이더 실DB 연동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035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70432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가맹점 목록 / 상세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카테고리별 필터링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stores 실데이터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목록 + 이모지 매핑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53128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257800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장바구니 시스템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54296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Zustand cartStore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수량 조절 / 총액 계산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540496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05088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05088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345168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생성 + 결제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741664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/api/orders 서버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토큰 차감 (deduct_pick RPC)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완료 페이지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170432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전체 실DB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주문관리 + 메뉴관리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정산/매출 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신규주문 알림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453128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7720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257800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전체 실DB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654296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배달하기 + 수익내역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수락 → PICK 지급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rider_earnings 정산 처리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40496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705088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705088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345168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Realtime + Zustand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741664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orderStore / walletStore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📅  2026. 04. 10 (Day 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🎯  즐겨찾기·리뷰·검색·관리자·프로필 수정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035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❤️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70432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즐겨찾기 토글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배너 ♥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/api/favorites/[storeId]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서버사이드 초기값 주입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53128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257800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관리자 대시보드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54296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/admin/dashboard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유저 목록 + PICK 지급 모달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 역할 기반 보호 추가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540496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05088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05088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345168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회원가입 서버화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741664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/api/auth/register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Admin 클라이언트로 지갑 자동생성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SQL 트리거 스크립트 작성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170432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리뷰 작성 + PICK 보상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배달완료 후 리뷰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별점 1~5 + 텍스트 후기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+10 PICK 자동 지급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453128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7720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257800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주문 취소 / 재주문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654296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pending 상태 취소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이전 주문 장바구니 재담기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재주문 → 가게 페이지 이동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40496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705088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705088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345168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검색 + 프로필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741664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홈 검색바 실제 동작 (ilike)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리뷰 목록 섹션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MyPICK 이름/전화/주소 수정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69A1"/>
                </a:solidFill>
              </a:rPr>
              <a:t>📅  2026. 04. 11 (Day 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🚀  전체 주문 플로우 완성 + 메뉴 옵션 + 실동작 연결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035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70432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PICK 보내기 + 알림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/api/wallet/transfer (송금)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알림 드로어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변경 시 자동 알림 트리거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53128" y="91440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257800" y="111556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라이더 실동작 완성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54296" y="16002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실시간 위치 공유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수익 내역 실DB + 주간/월간 차트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버튼 → PICK 적립 자동화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540496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05088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05088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345168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사장님 기능 강화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741664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등록 배너 + 모달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매출 통계 대시보드 강화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 가게 승인 탭 + 건수 배지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306324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170432" y="326440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다중 배달 주소 + 주문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374904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user_addresses 테이블 + CRUD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실주소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메모 입력 + SelectedOption 타입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453128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7720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🍽️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257800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메뉴 옵션 시스템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654296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사장님: 옵션 그룹/옵션 CRUD UI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고객: OptionSelectModal 바텀시트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필수/선택·추가금액 실시간 합산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40496" y="5212080"/>
            <a:ext cx="384048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705088" y="53949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705088" y="53766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345168" y="5413248"/>
            <a:ext cx="2871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주문 관리 실동작 완성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741664" y="589788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수락 시 ETA 선택 (10~60분)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setup-functions.sql (RPC 3개)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useStoreOrderStatusRealtime 추가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C1D95"/>
                </a:solidFill>
              </a:rPr>
              <a:t>✅  완료된 기능 전체 목록 (4/11 기준)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8404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3840480" cy="2423160"/>
          </a:xfrm>
          <a:prstGeom prst="roundRect">
            <a:avLst>
              <a:gd name="adj" fmla="val 566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69848"/>
            <a:ext cx="3566160" cy="384048"/>
          </a:xfrm>
          <a:prstGeom prst="roundRect">
            <a:avLst>
              <a:gd name="adj" fmla="val 19048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6984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🔐 인증 / 사용자 관리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21208" y="1554480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Supabase Auth 이메일 로그인/회원가입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21208" y="1911096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서버 API 회원가입 + 지갑 자동생성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21208" y="2267712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RBAC 미들웨어 (user/owner/rider/admin)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21208" y="2624328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프로필 수정 + 다중 배달 주소 관리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21208" y="2980944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친구 초대 레퍼럴 (50 PICK 보상)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89120" y="960120"/>
            <a:ext cx="3840480" cy="2423160"/>
          </a:xfrm>
          <a:prstGeom prst="roundRect">
            <a:avLst>
              <a:gd name="adj" fmla="val 566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069848"/>
            <a:ext cx="3566160" cy="384048"/>
          </a:xfrm>
          <a:prstGeom prst="roundRect">
            <a:avLst>
              <a:gd name="adj" fmla="val 1904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6280" y="106984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🏠 사용자 탭 (4개)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0288" y="1554480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홈: 카테고리 그리드 + 검색 + 즐겨찾기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90288" y="1911096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지갑: 실잔액 + 충전 + PICK 보내기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90288" y="2267712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PICK주문: Realtime 추적 + 취소 + 재주문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90288" y="2624328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리뷰 작성 (별점 + 10 PICK 보상)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90288" y="2980944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알림 드로어 + 자동 알림 트리거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458200" y="3566160"/>
            <a:ext cx="3840480" cy="2423160"/>
          </a:xfrm>
          <a:prstGeom prst="roundRect">
            <a:avLst>
              <a:gd name="adj" fmla="val 566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95360" y="3675888"/>
            <a:ext cx="3566160" cy="384048"/>
          </a:xfrm>
          <a:prstGeom prst="roundRect">
            <a:avLst>
              <a:gd name="adj" fmla="val 19048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95360" y="367588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🛒 가맹점 / 주문 플로우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659368" y="4160520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가맹점 목록 (카테고리/검색 필터)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659368" y="4517136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가맹점 상세 + 메뉴 + 리뷰 목록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659368" y="4873752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메뉴 옵션 선택 UI (OptionSelectModal)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659368" y="5230368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배달 주소 실DB + 배달 메모 + PICK 할인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659368" y="5586984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주문 생성 + PICK 차감 + 완료 적립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0040" y="3566160"/>
            <a:ext cx="3840480" cy="2423160"/>
          </a:xfrm>
          <a:prstGeom prst="roundRect">
            <a:avLst>
              <a:gd name="adj" fmla="val 566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3675888"/>
            <a:ext cx="3566160" cy="384048"/>
          </a:xfrm>
          <a:prstGeom prst="roundRect">
            <a:avLst>
              <a:gd name="adj" fmla="val 1904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367588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👨‍🍳 사장님 기능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21208" y="4160520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가게 등록 배너 + 모달 (신규 사장님)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21208" y="4517136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주문 관리: 수락 ETA + 거절 확인 팝업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21208" y="4873752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메뉴 옵션 그룹/옵션 CRUD UI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21208" y="5230368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매출 통계 대시보드 + 주간 차트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21208" y="5586984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useStoreOrderStatusRealtime 실시간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389120" y="6172200"/>
            <a:ext cx="3840480" cy="2423160"/>
          </a:xfrm>
          <a:prstGeom prst="roundRect">
            <a:avLst>
              <a:gd name="adj" fmla="val 566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26280" y="6281928"/>
            <a:ext cx="3566160" cy="384048"/>
          </a:xfrm>
          <a:prstGeom prst="roundRect">
            <a:avLst>
              <a:gd name="adj" fmla="val 19048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26280" y="62819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🛵 라이더 기능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590288" y="6766560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배달 수락 버튼 → PICK 자동 지급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590288" y="7123176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실시간 위치 공유 (rider_locations)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590288" y="7479792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수익 내역 실DB + 주간/월간 차트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590288" y="7836408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배달 완료 → 라이더 PICK 정산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590288" y="8193024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활성 라이더 배달 요청 알림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458200" y="6172200"/>
            <a:ext cx="3840480" cy="2423160"/>
          </a:xfrm>
          <a:prstGeom prst="roundRect">
            <a:avLst>
              <a:gd name="adj" fmla="val 566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595360" y="6281928"/>
            <a:ext cx="3566160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595360" y="62819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🛡️ 관리자 / DB 인프라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659368" y="6766560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관리자: 유저 목록 + PICK 직접 지급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8659368" y="7123176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관리자: 가게 승인 탭 + 건수 배지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659368" y="7479792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setup-functions.sql (RPC 3개)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8659368" y="7836408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Supabase Realtime 테이블 등록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659368" y="8193024"/>
            <a:ext cx="343814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✓  add-user-addresses.sql 마이그레이션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🚀  Phase 1 완성 · 다음 단계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65760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12070080" cy="54864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1207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</a:rPr>
              <a:t>🎉  Phase 1 MVP 완료! 전체 주문 플로우 (사용자→사장님→라이더) 실동작 연결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002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</a:rPr>
              <a:t>🔴 즉시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057400"/>
            <a:ext cx="393192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176272"/>
            <a:ext cx="356616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" y="217627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DB 함수 실행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2569464"/>
            <a:ext cx="352958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setup-functions.sql 실행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update_order_status / reward_pick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Realtime 테이블 등록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0" y="2057400"/>
            <a:ext cx="393192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36592" y="2176272"/>
            <a:ext cx="356616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36592" y="217627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샘플 가맹점 데이터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73168" y="2569464"/>
            <a:ext cx="352958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seed-stores.sql 실행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6개 가맹점 + 메뉴 데이터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owner_id 실계정 연결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78240" y="2057400"/>
            <a:ext cx="393192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42832" y="2176272"/>
            <a:ext cx="356616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42832" y="217627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관리자 계정 설정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979408" y="2569464"/>
            <a:ext cx="352958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Supabase에서 role='admin'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UPDATE users SET role='admin'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/admin/dashboard 접근 확인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4290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4290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🟡 Phase 2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3886200"/>
            <a:ext cx="393192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0352" y="4005072"/>
            <a:ext cx="356616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" y="400507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라이더 배달 현황 페이지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4398264"/>
            <a:ext cx="352958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/rider/delivery 실동작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picked_up→delivering→delivered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라이더 카카오맵 내비 연동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0" y="3886200"/>
            <a:ext cx="393192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36592" y="4005072"/>
            <a:ext cx="356616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36592" y="400507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사용자 주문 실시간 추적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773168" y="4398264"/>
            <a:ext cx="352958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/orders/[orderId] 상세 페이지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Supabase Realtime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라이더 위치 지도 표시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778240" y="3886200"/>
            <a:ext cx="393192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942832" y="4005072"/>
            <a:ext cx="356616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942832" y="400507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FCM 푸시 알림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979408" y="4398264"/>
            <a:ext cx="352958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Firebase Admin SDK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주문 상태 변경 알림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사장님 신규 주문 알림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65760" y="52578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52578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🟢 Phase 3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65760" y="5715000"/>
            <a:ext cx="393192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0352" y="5833872"/>
            <a:ext cx="356616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0352" y="583387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카카오페이 / 토스페이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" y="6227064"/>
            <a:ext cx="352958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결제 모듈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+ 현금 혼합 결제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환불 플로우 구현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572000" y="5715000"/>
            <a:ext cx="393192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36592" y="5833872"/>
            <a:ext cx="356616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36592" y="583387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쿠폰 / 프로모션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773168" y="6227064"/>
            <a:ext cx="352958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쿠폰 발급/사용 시스템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이벤트 할인 적용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쿠폰 관리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778240" y="5715000"/>
            <a:ext cx="393192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942832" y="5833872"/>
            <a:ext cx="356616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942832" y="583387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PWA + 다크모드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979408" y="6227064"/>
            <a:ext cx="352958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서비스 워커 + 오프라인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다크모드 테마 전환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앱 설치 프롬프트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🗺️  전체 개발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2560320" cy="457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914400"/>
            <a:ext cx="2926080" cy="4983480"/>
          </a:xfrm>
          <a:prstGeom prst="roundRect">
            <a:avLst>
              <a:gd name="adj" fmla="val 5625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24128"/>
            <a:ext cx="2651760" cy="822960"/>
          </a:xfrm>
          <a:prstGeom prst="roundRect">
            <a:avLst>
              <a:gd name="adj" fmla="val 13333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02412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MVP  |  1~2개월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22960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" y="2377440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로그인 / 회원가입 + 지갑 자동생성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38912" y="2852928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홈 탭 + 검색 + 즐겨찾기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38912" y="3328416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지갑 탭 + 충전 + PICK 보내기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38912" y="3803904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주문 + 메뉴 옵션 + 배달 주소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38912" y="4279392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리뷰 + 레퍼럴 + 알림 시스템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38912" y="4754880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사장님 / 라이더 / 관리자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38912" y="5230368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✅ Realtime + DB RPC 함수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38912" y="5705856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FCM 푸시 알림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429000" y="914400"/>
            <a:ext cx="2926080" cy="4983480"/>
          </a:xfrm>
          <a:prstGeom prst="roundRect">
            <a:avLst>
              <a:gd name="adj" fmla="val 5625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66160" y="1024128"/>
            <a:ext cx="2651760" cy="822960"/>
          </a:xfrm>
          <a:prstGeom prst="roundRect">
            <a:avLst>
              <a:gd name="adj" fmla="val 13333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66160" y="102412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56616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완성도  |  ~3개월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977640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F3F4F6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77640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</a:rPr>
              <a:t>진행 예정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93592" y="2377440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라이더 배달 현황 실동작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593592" y="2852928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사용자 주문 실시간 추적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593592" y="3328416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FCM 푸시 알림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593592" y="3803904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PICK 등급 혜택 적용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593592" y="4279392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매출 고급 통계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593592" y="4754880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가맹점 광고 노출 시스템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583680" y="914400"/>
            <a:ext cx="2926080" cy="4983480"/>
          </a:xfrm>
          <a:prstGeom prst="roundRect">
            <a:avLst>
              <a:gd name="adj" fmla="val 5625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20840" y="1024128"/>
            <a:ext cx="2651760" cy="822960"/>
          </a:xfrm>
          <a:prstGeom prst="roundRect">
            <a:avLst>
              <a:gd name="adj" fmla="val 13333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20840" y="102412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72084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성장  |  4~6개월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32320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F3F4F6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32320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</a:rPr>
              <a:t>예정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748272" y="2377440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카카오페이 / 토스페이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748272" y="2852928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쿠폰 / 프로모션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748272" y="3328416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가맹점 광고 시스템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748272" y="3803904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PWA 오프라인 지원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748272" y="4279392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다크모드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748272" y="4754880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Sentry 모니터링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9738360" y="914400"/>
            <a:ext cx="2926080" cy="4983480"/>
          </a:xfrm>
          <a:prstGeom prst="roundRect">
            <a:avLst>
              <a:gd name="adj" fmla="val 5625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875520" y="1024128"/>
            <a:ext cx="2651760" cy="822960"/>
          </a:xfrm>
          <a:prstGeom prst="roundRect">
            <a:avLst>
              <a:gd name="adj" fmla="val 13333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875520" y="1024128"/>
            <a:ext cx="2651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87552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Pi 연동  |  Mainnet 후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10287000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F3F4F6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287000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</a:rPr>
              <a:t>대기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902952" y="2377440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Pi Network SDK 인증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902952" y="2852928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Pi 코인 결제 연동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9902952" y="3328416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PICK ↔ Pi 토큰 전환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9902952" y="3803904"/>
            <a:ext cx="2606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⏳ Pi 기반 정산 시스템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2026-04-11T10:32:06Z</dcterms:created>
  <dcterms:modified xsi:type="dcterms:W3CDTF">2026-04-11T10:32:06Z</dcterms:modified>
</cp:coreProperties>
</file>