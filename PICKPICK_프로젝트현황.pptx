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22일  |  Pi Network SDK 연동 · 개발자 체크리스트 10/10 · Ecosystem Listing 신청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(4/22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06" name="Text 104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80개+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10" name="Text 108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11" name="Text 109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14" name="Text 112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15" name="Text 113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2026-04-22T09:03:20Z</dcterms:created>
  <dcterms:modified xsi:type="dcterms:W3CDTF">2026-04-22T09:03:20Z</dcterms:modified>
</cp:coreProperties>
</file>