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4월 22일  |  Pi Network SDK 연동 · 개발자 체크리스트 10/10 · Ecosystem Listing 신청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(4/22 최신)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소셜 로그인 + OAuth 콜백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435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홈 탭 + 검색(전문검색 GIN) + 가맹점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5361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18288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(충전·보내기·거래내역)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8288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1214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1214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4140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4140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27066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7066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29992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29992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329184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29184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58444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58444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387705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인덱스 30개+ + 운영 RLS 정책 전환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387705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41696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16966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4462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토스페이먼츠 카드·간편결제 연동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4622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475488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475488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7200" y="5047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0474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57200" y="53400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FCM 푸시 알림 + 관리자 일괄 발송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34009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7200" y="563270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재디자인 + Pi UI + 출석 Tap-to-Earn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01200" y="563270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57200" y="592531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사진리뷰보상 + 쿠폰 KRW 입력 설정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01200" y="592531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57200" y="621792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친구 초대 리워드 역할별 배치 (사용자·사장님·라이더)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01200" y="62179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457200" y="65105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재설계: 초대자 5K 고정 · 역할별 웰컴 보너스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601200" y="651052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57200" y="680313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5km 반경 필터링 + 10분 자동오프라인 Cron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601200" y="680313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457200" y="709574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취소 즉시 반영 · calling_rider 상태 흐름 재설계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601200" y="709574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57200" y="738835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pending 흐름 · 라이더 heartbeat · Pi Network 플랜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601200" y="738835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768096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다중 가게 통합 조회 · 안드로이드 알람 Web Audio 선예약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01200" y="7680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457200" y="797356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SDK 통합 · 개발자 체크리스트 10/10 · Ecosystem Listing 신청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601200" y="797356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06" name="Text 104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80개+</a:t>
            </a:r>
            <a:endParaRPr lang="en-US" sz="1800" dirty="0"/>
          </a:p>
        </p:txBody>
      </p:sp>
      <p:sp>
        <p:nvSpPr>
          <p:cNvPr id="107" name="Text 105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110" name="Text 108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111" name="Text 109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114" name="Text 112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115" name="Text 113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14 (Day 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카카오 로그인 설정 · KOE205 원인 분석 · 이메일 로그인 단독 운영 확정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소셜 로그인 설정 시도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Kakao Provider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REST API 키 + Client Secret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Redirect URI 등록 (플랫폼 키 페이지)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KOE205 에러 원인 분석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account_email 스코프 요청 거부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Supabase가 내부적으로 이메일 요청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없이 이메일 스코프 불가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해결책 탐색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scopes 옵션 수정 시도 (효과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Allow users without email 토글 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하드코딩 scope 문제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로그인 제거 결정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후 재추가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페이지 카카오 버튼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이메일/비밀번호 로그인만 운영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카카오맵은 정상 유지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지도 SDK (JS Key) 정상 작동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주소 검색 Daum Postcode 정상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소셜 로그인만 제거, 지도 무관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다음 단계: Vercel 배포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단독 운영 확정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샘플 데이터 추가 후 배포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비즈니스 인증 별도 진행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📅  2026. 04. 14 (Day 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🔔  알림음 TTS 완성 · 라이더 실시간 알림 · 주문 플로우 개선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사장님 알림음 완성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HTMLAudioElement 사전 렌더링 방식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주문이 들어왔습니다'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3초 반복 · 수락 시 자동 중단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라이더 알림음 + Realtime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라이더 요청이 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orders.status=ready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시 알림 자동 중단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조리 중 라이더 호출 분리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중 '라이더 호출' 버튼 독립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전 미리 라이더 출발 가능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'조리 완료' 버튼 병행 유지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PICK 주문 즉시 confirmed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결제 시 pending 대신 confirmed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confirmed_at 자동 기록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'결제 확인 중' 대기 없이 즉시 수락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FK 모호성 버그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PGRST201 오류 (orders→users FK 2개)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users!orders_user_id_fkey 힌트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통계·주문·라이더 API 4곳 수정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메뉴 카테고리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업종 중복 항목 제거 (치킨·피자 등)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섹션 전용 7개로 정리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메인·사이드·음료·세트·디저트·스낵·기타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16 (Day 10)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💜  지갑 재디자인 · Tap-to-Earn · 사장님 자체 리워드 설정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지갑 탭 전면 재디자인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퍼플 브랜드 테마 통일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 잔액 UI (디자인 선설계)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PICK↔Pi 교환 카드 (1π=300P)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100억 PICK 발행 · 1PICK=₩1 정보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출석 Tap-to-Earn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매일 출석 → 50 PICK 자동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daily_checkins 테이블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연속 streak 카운터 + 진행 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중복 체크인 방지 (DB UNIQUE)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친구 초대 리워드 재배치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사용자 MyPick: 5,000 PICK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대시보드: 20,000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내정보: 10,000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지갑탭에서 제거 → 역할별 분산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사진 리뷰 보상 설정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원화 입력 → PICK 자동환산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₩300 / ₩500 / ₩1,000 단계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시세 변동 시 원화가치 유지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stores.photo_review_reward_krw DB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쿠폰 KRW 입력 방식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fixed_pick 쿠폰: 원화 → PICK 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₩500 입력 → 500P 자동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시세 변동 안내 문구 포함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PICK 잔액 차감 구조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🗑️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가게설정 UI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적립률 설정 섹션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직접 조율 불필요 항목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픽업대기 라이더 배정 상태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메시지 조건부 분기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DF2F8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85D"/>
                </a:solidFill>
              </a:rPr>
              <a:t>📅  2026. 04. 16 (Day 11)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🔗  레퍼럴 재설계 · 리뷰보상 연동 · 라이더 위치 필터 · 자동오프라인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레퍼럴 시스템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역할 무관 5,000 PICK 고정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가입자: 역할별 웰컴 보너스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사용자 5K · 사장님 20K · 라이더 10K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회원가입 시 자동 지급 (서버사이드)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MyPICK 초대 3버튼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초대 / 사장님 초대 / 라이더 초대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역할별 링크 (?ref=CODE&amp;role=XXX)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'상대방 +X,000 P' 라벨 + 복사 피드백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대시보드도 자체 버튼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리뷰 보상 가게설정 연동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하드코딩 10 PICK → 가게 설정값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photo_review_reward_krw 필드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사진 첨부 시에만 보상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보상 0인 가게는 알림 미표시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5km 반경 필터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공식으로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기준 5km 이내 주문만 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거리순 정렬 (가까운 주문 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알림도 5km 라이더만 수신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자동오프라인 Cron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10분간 위치 미업데이트 → 자동 오프라인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Cron 매 5분 실행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rider_locations.updated_at 기준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오프라인 전환 시 라이더에게 알림 발송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사장님/라이더 타 가게 주문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사장님·라이더도 타 가게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제한 없음 (user/owner/rider 모두)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 주문 생성에 역할 제약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사용 시나리오 검증 완료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17 (Day 12)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취소 즉시 반영 · calling_rider 상태 흐름 재설계 · RLS 정책 추가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주문현황보기 홈이동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clearLastOrder() onClick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클릭 시 useEffect(!lastOrder)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→ /home 강제 이동 원인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현황 페이지 정상 이동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취소 감지 즉시 반영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Polling 10s → 5s 단축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주문 감지 즉시 알림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useStoreOrderStatusRealtime 연동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calling_rider 상태 흐름 재설계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수락 API: 상태별 분기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ready → picked_up 즉시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calling_rider → 상태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rider_id만 배정, 조리완료 대기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라이더 배달 페이지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calling_rider: '조리 대기' 레이블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ready: '픽업 대기' + 픽업완료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activeStatuses에 calling_rider·ready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후 주문 사라짐 버그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Supabase RLS 정책 추가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미배정 주문 조회 권한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riders_can_read_available_orders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status IN (ready, calling_rider)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AND rider_id IS NULL 조건 추가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activeStatuses 전반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 API: calling_rider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deliveries: ready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dashboard: 취소 감지 폴링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prevOrderCountRef 초기화 버그 수정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20 (Day 13)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흐름 재설계 · 라이더 안정성 · Pi Network 연동 플랜 수립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pending 흐름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 결제도 pending으로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수락 후 confirmed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화면: '사장님 수락 대기'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stats API pending 감지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대시보드 알람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신규주문 카운트 pending 기준 수정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취소 시 알람 즉시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감지 3중 보호 구조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(Realtime + 폴링 + pendingCount)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자동오프라인 방지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온라인 상태 시 8분마다 heartbeat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GPS 좌표 자동 갱신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Cron 10분 기준 절대 미도달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닫으면 자동오프라인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조리완료 → 라이더 즉시 반영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 탭 5초 폴링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조리완료 → 최대 5초 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화면 픽업 완료 버튼 출현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 버튼 라벨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버튼 라벨 정확화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픽업 완료(파랑) ready→picked_up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출발(주황) picked_up→delivering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완료(초록) delivering→delivered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직관적 흐름으로 개선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Network 연동 마스터 플랜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 Network 현황 조사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유지 + Pi SDK 추가 구조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5단계 로드맵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feature/pi-integration 브랜치 전략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📅  2026. 04. 20 (Day 14)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다중 가게 주문 통합 · 안드로이드 알람 안정화 · Vercel 정리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사장님 다중 가게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limit(1) → 전체 가게 IN 쿼리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모든 소유 가게 주문 통합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Realtime도 storeIds 배열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핸드폰 주문 사장님 화면 미표시 해결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안드로이드 알람 Web Audio 전환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HTMLAudioElement → AudioContext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Web Audio 선예약 방식 도입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30초 분량 비프 미리 스케줄링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JS 타이머 throttle 완전 우회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AudioContext 안정성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suspended → resume() 자동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visibilitychange로 포그라운드 복구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OfflineAudioContext 미리 렌더링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 gesture 컨텍스트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🗂️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Vercel 중복 프로젝트 정리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3개 중복 배포 → 1개로 통합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pickpick-delivery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pickpick-business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pick-pick-delivery 단일 운영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Pi Network PICK 토큰 전략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현재: DB 포인트로 카운팅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파이 메인넷 오픈 후 실 토큰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TGE 에어드랍 방식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기존 사용자 소급 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Realtime 훅 배열 지원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useStoreOrderRealtime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string | string[] 타입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storeIds 배열로 멀티 가게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INSERT/UPDATE 이벤트 모두 적용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22 (Day 15)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π  Pi Network SDK 연동 · 개발자 체크리스트 10/10 완료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SDK 앱 통합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pi-sdk.js layout에 Script 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types/pi.d.ts 타입 선언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Pi.init() + Pi.authenticate()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usePiPayment 커스텀 훅 작성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개발자 체크리스트 10/10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등록 ~ Domain Validation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PiNet 서브도메인 (plckplck1042)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 결제 트랜잭션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Completed Steps: 10 of 10 달성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🔌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서버 API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/api/pi/approve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/api/pi/complete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PI_API_KEY 환경변수 설정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Production 환경 적용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🧪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테스트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/pi-test 전용 페이지 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없이 결제 테스트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실시간 로그 화면 출력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0.001π Testnet 결제 성공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Ecosystem Listing 준비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/brand/intro (400×400 OG 이미지)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/brand/preview (750×1500 프리뷰)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/privacy 개인정보처리방침 페이지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/terms 이용약관 페이지 생성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Ecosystem Listing 신청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Privacy Policy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Terms of Service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 Name · Subtitle · Category 입력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Apply for Unverified Listing 진행 중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Pi Network × PICK PICK 통합 전략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41248"/>
            <a:ext cx="3657600" cy="5212080"/>
          </a:xfrm>
          <a:prstGeom prst="roundRect">
            <a:avLst>
              <a:gd name="adj" fmla="val 375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932688"/>
            <a:ext cx="343814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932688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📡  Pi Network 현황 (4/20)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Open Network 가동 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(2025.02.20 출시)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093976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Pi SDK 사용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(U2A/A2U 결제, 로그인)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770632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KYC 완료 1,750만+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Fast Track KYC 지원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447288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🧪  Pi DEX/AMM/토큰생성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Testnet 라이브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4123944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 Protocol 23 (스마트컨트랙트)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출시 예정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0060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💰  Pi 현재가격 ~$0.187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(2026.02 기준)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60520" y="841248"/>
            <a:ext cx="3840480" cy="5212080"/>
          </a:xfrm>
          <a:prstGeom prst="roundRect">
            <a:avLst>
              <a:gd name="adj" fmla="val 3571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70248" y="932688"/>
            <a:ext cx="362102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932688"/>
            <a:ext cx="3621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🏗️  연동 아키텍처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14081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기존 인프라 100% 유지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315968" y="16824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Vercel (Next.js) 그대로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15968" y="19568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Supabase DB 그대로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15968" y="22311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PICK 토큰 시스템 그대로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5968" y="25054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토스페이먼츠 그대로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15968" y="27797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추가되는 것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315968" y="30540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SDK 스크립트 1줄 추가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315968" y="33284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로그인 버튼 (선택)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315968" y="36027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결제 옵션 추가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315968" y="38770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보상 지급 API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315968" y="41513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Pi Browser = 그냥 브라우저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15968" y="44256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URL 열면 Vercel에서 서빙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315968" y="47000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노드 = 거래 검증만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841248"/>
            <a:ext cx="4160520" cy="5212080"/>
          </a:xfrm>
          <a:prstGeom prst="roundRect">
            <a:avLst>
              <a:gd name="adj" fmla="val 3297"/>
            </a:avLst>
          </a:prstGeom>
          <a:solidFill>
            <a:srgbClr val="E0F2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932688"/>
            <a:ext cx="394106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39328" y="932688"/>
            <a:ext cx="3941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🗓️  지금 vs 나중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141732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30768" y="145389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Pi 로그인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77072" y="169164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SDK 제공 · Mainnet 가동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366760" y="203911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30768" y="20756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U2A Pi 결제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577072" y="231343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유저 → 앱 결제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366760" y="2660904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30768" y="26974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A2U Pi 지급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577072" y="2935224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라이더·리뷰 보상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366760" y="3282696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30768" y="33192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Testnet 앱 등록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577072" y="3557016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개발/테스트 가능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366760" y="3904488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30768" y="39410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 온체인 토큰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577072" y="4178808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Protocol 23 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66760" y="452628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30768" y="456285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PICK↔Pi DEX 스왑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577072" y="480060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Mainnet 배포 후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366760" y="514807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30768" y="51846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에코시스템 공개 등재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577072" y="542239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Pi Only 조건 검토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C1D95"/>
                </a:solidFill>
              </a:rPr>
              <a:t>5단계 개발 시퀀스 (feature/pi-integration 브랜치)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사전 준비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21A8"/>
                </a:solidFill>
              </a:rPr>
              <a:t>Week 1 · 1~2일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Developer Portal 앱 2개 등록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Dev (Testnet)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(Mainnet)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API Key 발급 → .env.local 저장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SDK 스크립트 layout.tsx 추가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 감지 유틸 작성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615184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06624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06624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06624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 로그인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79776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9776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369A1"/>
                </a:solidFill>
              </a:rPr>
              <a:t>Week 1 · 2~3일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798064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Pi.authenticate() 클라이언트 연동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798064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/api/auth/pi-login 서버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98064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GET /v2/me 로 uid 검증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798064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users 테이블 pi_uid 컬럼 활성화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798064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이메일 로그인과 병행 운영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798064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Browser에서만 버튼 노출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0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20640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U2A Pi 결제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93792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93792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A34A"/>
                </a:solidFill>
              </a:rPr>
              <a:t>Week 2 · 3~4일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212080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Pi.createPayment() 장바구니 연동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212080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/api/payments/pi/approve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212080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/api/payments/pi/complete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12080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orders 테이블 payment_pi_id 추가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212080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원화 → Pi 환율 실시간 적용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212080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결제 수단에 Pi 옵션 추가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443216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34656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534656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34656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A2U Pi 지급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607808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07808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</a:rPr>
              <a:t>Week 3 · 2~3일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626096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/api/payments/pi/payout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26096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라이더 배달완료 → Pi 수익 지급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626096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리뷰 작성 → Pi 보상 지급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626096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친구 초대 → Pi 레퍼럴 보상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626096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미완료 결제 주기적 확인 Cron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626096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rider_earnings Pi 수익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857232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948672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948672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5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948672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PICK 온체인 토큰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0021824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21824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추후 · Protocol 23 후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040112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DEX/AMM Mainnet 배포 확인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10040112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토큰 Pi 생태계 발행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10040112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PICK/PI 유동성 풀 등록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0040112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DB PICK → 온체인 마이그레이션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0040112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에코시스템 공개 등재 신청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0040112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Only 앱 별도 버전 검토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65760" y="6172200"/>
            <a:ext cx="11704320" cy="475488"/>
          </a:xfrm>
          <a:prstGeom prst="roundRect">
            <a:avLst>
              <a:gd name="adj" fmla="val 19231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172200"/>
            <a:ext cx="11704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🌿  브랜치 전략: main (운영 유지) → feature/pi-integration (Pi 개발) → 테스트 완료 후 PR 머지  |  Vercel 브랜치별 독립 URL 자동 생성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(Day 15 최신)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(비즈니스 인증 후 재추가)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 재설계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퍼플 재디자인 + Pi UI + 출석 Tap-to-Earn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MyPICK 초대 3버튼 (사용자·사장님·라이더)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등록·설정·쿠폰(KRW 입력)·영업시간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사진 리뷰 보상 설정 연동 (photo_review_reward_krw)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신규주문 TTS 알림 '픽픽 주문이 들어왔습니다'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 가맹점 초대 리워드 20,000 PICK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라이더 5km 반경 필터링 + 거리순 정렬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10분 자동오프라인 Cron (매 5분 실행)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calling_rider 상태 흐름 재설계 + 픽업완료 버튼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pending 흐름 · 라이더 heartbeat · 조리완료 폴링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2511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다중 가게 통합 조회 · Realtime storeIds 배열 지원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32511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안드로이드 알람 Web Audio 선예약 (JS throttle 우회)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325112" y="65928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325112" y="69402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 + Sentry 모니터링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π Pi Network 연동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SDK 앱 통합 (pi-sdk.js + types/pi.d.ts)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Pi.init() + Pi.authenticate() + Pi.createPayment()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서버 API: /api/pi/approve · /api/pi/complete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개발자 체크리스트 10/10 완료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Ecosystem Listing 신청 진행 중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5703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/pi-test 전용 테스트 페이지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25703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/privacy · /terms · 브랜드 OG 이미지 생성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28600" y="617220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38328" y="628192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38328" y="628192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393192" y="676656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93192" y="711403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393192" y="746150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RLS 라이더 미배정 주문 조회 정책 추가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393192" y="780897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93192" y="815644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93192" y="85039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1~4 진입! 80개+ 기능 구현 · Pi SDK 연동 · 개발자 체크리스트 10/10 · Ecosystem Listing 신청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로그인 (카카오 비즈니스 후 추가)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(이메일 단독 · 카카오 추후)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카카오 소셜 로그인 (비즈니스 인증 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2026-04-21T15:50:11Z</dcterms:created>
  <dcterms:modified xsi:type="dcterms:W3CDTF">2026-04-21T15:50:11Z</dcterms:modified>
</cp:coreProperties>
</file>