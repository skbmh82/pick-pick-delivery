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14일  |  알림음 TTS 완성 · 라이더 실시간 알림 · 주문 플로우 버그 수정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(4/14 최종)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소셜 로그인 + OAuth 콜백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80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탭 + 검색(전문검색 GIN) + 가맹점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60934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1938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(충전·보내기·거래내역)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9385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267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26771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59689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926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32552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25526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58444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39136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91363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2428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DB 인덱스 30개+ + 운영 RLS 정책 전환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242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572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9011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토스페이먼츠 카드·간편결제 연동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9011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230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5230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55595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5595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57200" y="588873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FCM 푸시 알림 + 관리자 일괄 발송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88873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55개+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78" name="Text 76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(4/14 최종)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실잔액 + 충전 + PICK 보내기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주간 영업시간 아코디언 + 실사 이미지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 관리·주간 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메뉴 옵션 그룹/옵션 CRUD UI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조리 중 라이더 호출 버튼 분리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TTS 알림 '픽픽 라이더 요청이 왔습니다'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Sentry 모니터링 + 가맹점 광고 시스템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55개+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2026-04-14T12:01:23Z</dcterms:created>
  <dcterms:modified xsi:type="dcterms:W3CDTF">2026-04-14T12:01:23Z</dcterms:modified>
</cp:coreProperties>
</file>