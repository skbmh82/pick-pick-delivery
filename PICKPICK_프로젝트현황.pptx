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16일  |  지갑 탭 재디자인 · 출석 Tap-to-Earn · 사장님 자체 리워드 설정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(4/16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소셜 로그인 + OAuth 콜백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33502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33502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801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160934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탭 + 검색(전문검색 GIN) + 가맹점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34840" y="166420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66420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60934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193852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 탭 (충전·보내기·거래내역)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434840" y="199339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99339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93852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2677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232257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32257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26771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25968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34840" y="265176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65176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59689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29260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34840" y="298094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98094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9260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325526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34840" y="331012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31012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325526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358444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34840" y="363931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63931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58444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391363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434840" y="396849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96849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91363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42428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DB 인덱스 30개+ + 운영 RLS 정책 전환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434840" y="429768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429768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4242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57200" y="4572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434840" y="462686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62686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5720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57200" y="490118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토스페이먼츠 카드·간편결제 연동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434840" y="495604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95604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90118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52303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434840" y="528523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528523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52303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57200" y="555955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434840" y="561441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61441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55955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457200" y="588873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FCM 푸시 알림 + 관리자 일괄 발송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4434840" y="594360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94360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88873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57200" y="62179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4434840" y="627278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627278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621792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457200" y="654710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4434840" y="660196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660196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654710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457200" y="687628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4434840" y="693115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93115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87628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82" name="Text 80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60개+</a:t>
            </a:r>
            <a:endParaRPr lang="en-US" sz="1800" dirty="0"/>
          </a:p>
        </p:txBody>
      </p:sp>
      <p:sp>
        <p:nvSpPr>
          <p:cNvPr id="83" name="Text 81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86" name="Text 84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87" name="Text 85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90" name="Text 88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91" name="Text 89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(4/16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친구 초대 역할별 배치 (5K/10K/20K PICK)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(원화→PICK 자동환산)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TTS 알림 '픽픽 라이더 요청이 왔습니다'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Sentry 모니터링 + 가맹점 광고 시스템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1~3 완성! 55개+ 기능 구현 · 미착수 기능 0개 · Pi Network 연동만 남음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2026-04-16T00:42:23Z</dcterms:created>
  <dcterms:modified xsi:type="dcterms:W3CDTF">2026-04-16T00:42:23Z</dcterms:modified>
</cp:coreProperties>
</file>