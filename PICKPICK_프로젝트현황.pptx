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13일  |  Phase 1~3 완성 · FCM 푸시 · 관리자 5탭 · 미착수 0개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(4/13 최종)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소셜 로그인 + OAuth 콜백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801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093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탭 + 검색(전문검색 GIN) + 가맹점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60934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1938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 탭 (충전·보내기·거래내역)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93852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2677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26771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59689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926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32552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325526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35844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58444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39136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91363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2428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DB 인덱스 30개+ + 운영 RLS 정책 전환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4242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5720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5720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49011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토스페이먼츠 카드·간편결제 연동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90118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5230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52303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57200" y="555955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55955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457200" y="588873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FCM 푸시 알림 + 관리자 일괄 발송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88873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55개+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78" name="Text 76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79" name="Text 77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13 (Day 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🏁  Storage RLS · 관리자 FCM 푸시 · Phase 1~3 완전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Storage RLS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버킷명 pick-pick-images → pick-pick-image 수정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4개 운영 정책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(공개 SELECT / 인증 INSERT·UPDATE·DELETE)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관리자 FCM 일괄 발송 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/api/admin/push 신규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필터 (전체·사용자·사장님·라이더)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500개 청크 멀티캐스트 발송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관리자 대시보드 5번째 탭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PushTab 컴포넌트 (Bell 아이콘)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제목·내용·URL·역할 선택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발송 결과 카드 (전송 기기수 표시)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🏆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미착수 기능 0개 달성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Phase 1~3 전체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총 55개+ 기능 구현 완료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Network 연동만 남은 상태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관리자 대시보드 5탭 완성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 · 회원 · 가게 · 쿠폰 ·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지급 + 가게 승인 + 쿠폰 CRUD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플랫폼 전체 운영 가능 상태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서비스 런칭 준비 완료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46개 커밋 / API 라우트 57개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Day 1~7 총 7일 개발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배달앱 기본 기능 100% 완성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(4/13 최종)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6984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698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1208" y="155448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1208" y="191109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카카오 소셜 로그인 + OAuth 콜백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21208" y="226771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RBAC 미들웨어 (user/owner/rider/admin)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208" y="262432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1208" y="298094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프로필 수정 + 다중 배달 주소 + 레퍼럴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96012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06984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0698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55448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90288" y="191109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지갑: 실잔액 + 충전 + PICK 보내기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90288" y="226771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90288" y="262432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90288" y="298094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주간 영업시간 아코디언 + 실사 이미지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58200" y="356616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367588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59368" y="416052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659368" y="451713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659368" y="487375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쿠폰(3종) + PICK 할인 + 배달 메모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659368" y="523036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59368" y="558698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6616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67588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" y="416052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가게 등록·설정·쿠폰 관리·주간 영업시간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21208" y="451713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21208" y="487375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메뉴 옵션 그룹/옵션 CRUD UI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1208" y="523036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매출 통계 대시보드 + 주간 차트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21208" y="558698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신규 주문 소리 알림 (Web Audio API)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389120" y="617220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26280" y="628192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26280" y="6281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90288" y="676656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90288" y="712317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수익 내역 실DB + 주간/월간 차트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590288" y="747979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90288" y="783640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PWA 오프라인 캐싱 (Serwist)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90288" y="819302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Sentry 모니터링 + 가맹점 광고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458200" y="617220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0" y="628192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0" y="6281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659368" y="676656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659368" y="712317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운영 RLS 정책 + Storage 버킷 정책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659368" y="747979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659368" y="783640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659368" y="819302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55개+ 기능 구현 · 미착수 기능 0개 · Pi Network 연동만 남음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+ 카카오 소셜 로그인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7316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4283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7940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FIREBASE_ADMIN_SDK_JSON 주입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발급 및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FCM 실제 발송 테스트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3659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659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OAuth 키 설정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7316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Supabase → Kakao provider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Redirect URI 등록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실계정 로그인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4283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4283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투입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7940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659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3659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77316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77824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4283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4283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97940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로그인/회원가입 + 카카오 소셜 로그인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891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홈 탭 + 전문검색(GIN) + 광고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3891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891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사장님 / 라이더 / 관리자 전체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891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891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RBAC 미들웨어 + 운영 RLS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8912" y="523036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DB 인덱스 30개+ 최적화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8912" y="570585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FCM 푸시 알림 + 관리자 일괄 발송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2900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7764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7764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다크모드 (Tailwind dark: 전면 적용)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9359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9359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PICK 등급 적립 배율 적용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59359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가맹점 광고·노출 시스템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9359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9359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FCM 푸시 알림 완성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208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3232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4827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토스페이먼츠 카드·간편결제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74827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PWA 오프라인 (Serwist 캐싱)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74827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가맹점 광고 시스템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4827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Sentry 모니터링 설정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74827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카카오 소셜 로그인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74827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전문검색 GIN + RPC 함수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73836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7552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87552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87552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28700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28700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90295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Network SDK 인증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90295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코인 결제 연동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90295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PICK ↔ Pi 토큰 전환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90295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기반 정산 시스템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2026-04-13T00:41:49Z</dcterms:created>
  <dcterms:modified xsi:type="dcterms:W3CDTF">2026-04-13T00:41:49Z</dcterms:modified>
</cp:coreProperties>
</file>