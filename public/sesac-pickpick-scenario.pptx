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3200400" cy="32004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2560320" cy="256032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-731520"/>
            <a:ext cx="1371600" cy="13716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🎓  →  🛵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것이 현실이 되다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SESAC 도봉 수업 → PICK PICK 배달앱 개발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2971800"/>
            <a:ext cx="60350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B5FD"/>
                </a:solidFill>
              </a:rPr>
              <a:t>수업에서 익힌 패턴들이 어떻게 실제 서비스로 이어졌는지 보여드립니다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49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Zustand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374904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3749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JWT / RBAC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374904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749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계층화 아키텍처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374904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749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ORM → DB 설계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374904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3749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Axios 인터셉터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38360" y="374904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3749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SSE 스트리밍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6692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115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35"/>
                </a:solidFill>
              </a:rPr>
              <a:t>Zustand 상태관리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장바구니 &amp; 인증 스토어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56692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1115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35"/>
                </a:solidFill>
              </a:rPr>
              <a:t>JWT + 역할 기반 인증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RBAC 미들웨어 (4역할)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56692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14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2395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35"/>
                </a:solidFill>
              </a:rPr>
              <a:t>계층화 아키텍처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907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Router → Service → Repository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286000"/>
            <a:ext cx="56692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514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2395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35"/>
                </a:solidFill>
              </a:rPr>
              <a:t>ORM 관계 설계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2907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1:N / M:N → Supabase 스키마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56692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794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767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34440" y="36758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35"/>
                </a:solidFill>
              </a:rPr>
              <a:t>Axios 인터셉터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187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자동 인증 → Supabase Client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566160"/>
            <a:ext cx="56692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3794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767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78040" y="36758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35"/>
                </a:solidFill>
              </a:rPr>
              <a:t>SSE 스트리밍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78040" y="4187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AI Chat → 실시간 주문 알림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2744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21A8"/>
                </a:solidFill>
              </a:rPr>
              <a:t>SESAC 도봉 풀스택 과정 → PICK PICK (유저·사장님·라이더 3역할 실시간 배달 플랫폼)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🗃️  01  Zustand 상태관리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109728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1097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장바구니 &amp; 인증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21A8"/>
                </a:solidFill>
              </a:rPr>
              <a:t>SESAC 수업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PICK PICK 적용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394960" cy="2834640"/>
          </a:xfrm>
          <a:prstGeom prst="roundRect">
            <a:avLst>
              <a:gd name="adj" fmla="val 4839"/>
            </a:avLst>
          </a:prstGeom>
          <a:solidFill>
            <a:srgbClr val="1E1E2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5166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useCartStore.js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useCartStore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create((set) =&gt; ({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addItem: (product) =&gt; set((state) =&gt;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existing = state.items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.find(i =&gt; i.id === product.id);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items: existing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state.items.map(i =&gt;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i.id === product.id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 {...i, qty: i.qty+1} : i)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[...state.items, product]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2514600"/>
            <a:ext cx="6400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331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5394960" cy="2834640"/>
          </a:xfrm>
          <a:prstGeom prst="roundRect">
            <a:avLst>
              <a:gd name="adj" fmla="val 4839"/>
            </a:avLst>
          </a:prstGeom>
          <a:solidFill>
            <a:srgbClr val="1E1E2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298448"/>
            <a:ext cx="5166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stores/cartStore.ts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useCartStore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create((set) =&gt; ({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addItem: (storeInfo, menu) =&gt;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set((state) =&gt;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existing = state.items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.find(i =&gt; i.menuId===menu.menuId);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items: existing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state.items.map(i =&gt;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i.menuId===menu.menuId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 {...i, qty:i.qty+1} : i)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[...state.items,{...menu,qty:1}]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1161288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87952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21A8"/>
                </a:solidFill>
              </a:rPr>
              <a:t>💡  같은 가게 체크 → 수량 증가, 새 메뉴 → 추가 패턴이 동일. Zustand의 불변 업데이트 원칙을 수업에서 익혀 PICK PICK 장바구니에 그대로 적용.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🔐  02  JWT 인증 + 역할 기반 접근 제어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0" y="10972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1097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RBAC 미들웨어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SESAC 수업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394960" cy="2560320"/>
          </a:xfrm>
          <a:prstGeom prst="roundRect">
            <a:avLst>
              <a:gd name="adj" fmla="val 5357"/>
            </a:avLst>
          </a:prstGeom>
          <a:solidFill>
            <a:srgbClr val="1E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5166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auth_service.py (FastAPI)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db, data):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= user_repo.find_by_email(
    db, data.email)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bcrypt.checkpw(pw, user.password):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 = jwt.encode({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"sub": user.id,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"role": user.role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SECRET_KEY)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token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역할 확인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user.role != "admin":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ForbiddenError()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0" y="2331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PICK PICK 적용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234440"/>
            <a:ext cx="5394960" cy="2560320"/>
          </a:xfrm>
          <a:prstGeom prst="roundRect">
            <a:avLst>
              <a:gd name="adj" fmla="val 5357"/>
            </a:avLst>
          </a:prstGeom>
          <a:solidFill>
            <a:srgbClr val="1E1E2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298448"/>
            <a:ext cx="5166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middleware.ts (Next.js)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ROUTE_PERMISSIONS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'/owner':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['owner','admin'],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'/rider':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['rider','admin'],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'/admin':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['admin'],
};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로그인 후 역할별 리다이렉트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(role === 'admin')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router.replace('/admin/dashboard');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(role === 'owner')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router.replace('/owner/dashboard');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(role === 'rider')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router.replace('/rider/...');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886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user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3886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🏪 owner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3886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🛵 rider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3886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admin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434840"/>
            <a:ext cx="1161288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53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</a:rPr>
              <a:t>💡  수업의 JWT role 개념 → PICK PICK에서 4역할(user/owner/rider/admin) + Next.js 미들웨어 + httpOnly 쿠키 3단 보안으로 발전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🏗️  03  계층화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961120" y="10972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0" y="1097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Router→Service→Repo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SESAC 수업 — 4단계 진화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mysite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(기본)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단일 파일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CRUD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0360" y="1508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08960" y="12801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mysite2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(Pydantic)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스키마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분리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1508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mysite3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(Repository)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DB 계층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분리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9640" y="1508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78240" y="12801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mysite4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(완전 레이어)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프로덕션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레벨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mysite4 구조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7889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35"/>
                </a:solidFill>
              </a:rPr>
              <a:t>routers/  →  API 엔드포인트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278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services/  →  비즈니스 로직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66744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6667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repositories/  →  데이터 접근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05656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056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schemas/  →  요청/응답 검증 (Pydantic)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3172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PICK PICK API Route 구조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27889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7889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app/api/orders/route.ts  (엔드포인트)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75120" y="3227832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32278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Zod 스키마 검증  (= Pydantic)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3666744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36667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권한체크 → 비즈니스 로직  (= Service)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4105656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41056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 Supabase client  (= Repository)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754880"/>
            <a:ext cx="11612880" cy="36576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773168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💡  mysite1→4 리팩토링 과정에서 '왜 관심사를 분리하는가'를 체득 → PICK PICK API에서 검증→권한→DB→알림 순서로 동일하게 적용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🗄️  04  ORM 관계 설계 → DB 스키마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SESAC — SQLAlchemy 관계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394960" cy="2423160"/>
          </a:xfrm>
          <a:prstGeom prst="roundRect">
            <a:avLst>
              <a:gd name="adj" fmla="val 5660"/>
            </a:avLst>
          </a:prstGeom>
          <a:solidFill>
            <a:srgbClr val="1E1E2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51663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mysite4/models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(Base):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= Column(Integer,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ForeignKey('users.id'))   # 1:N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comments = relationship(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'Comment', back_populates='post')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relationship(        # M:N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'Tag', secondary='post_tags')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N+1 최적화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db.get(Post, id, options=[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selectinload(Post.comments),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joinedload(PostTag.tag)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0" y="23774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914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PICK PICK — Supabase 스키마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539496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389888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3990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(1) ──→ (1)  wallets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755648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7647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(1) ──→ (N)  orders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2121408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1305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 (1) ──→ (N)  menus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29400" y="2487168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4963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2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(1) ──→ (N)  order_items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2852928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8620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menus (1) ──→ (N)  menu_option_groups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3218688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FA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2278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└→ (N)  menu_options   (M:N)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116128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673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💡  SQLAlchemy의 1:N · M:N 관계와 JOIN 최적화 개념을 익혀 PICK PICK 주문-메뉴-옵션-가게 복잡한 관계 설계에 동일하게 적용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116128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📦  Alembic 마이그레이션 학습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→  Supabase MCP로 직접 SQL 마이그레이션 실행 (코드로 DB 변경 관리)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🔗  05  Axios 인터셉터 → Supabase Client 전략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SESAC 수업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E1E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5166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api.js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axios.create({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baseURL: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"http://localhost:8000"
});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모든 요청에 자동 토큰 첨부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api.interceptors.request.use(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(config) =&gt;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token = localStorage
      .getItem('token');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(token) {
      config.headers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.Authorization = `Bearer ${token}`;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config;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0" y="2194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914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PICK PICK 적용 — 3종 Client 전략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2801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lib/supabase/client.ts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29400" y="15179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클라이언트 컴포넌트용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브라우저 세션 자동 첨부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0574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lib/supabase/server.ts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229514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서버 컴포넌트 / SSR용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쿠키에서 세션 읽기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278892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834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lib/supabase/admin.ts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30723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API Route 전용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Service Role Key (최고 권한)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11612880" cy="548640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9392"/>
            <a:ext cx="11247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💡  '모든 요청에 자동 인증 첨부'라는 인터셉터 개념 → PICK PICK에서 상황(브라우저/서버/어드민)에 맞는 3종 클라이언트로 진화. 보안과 성능을 동시에 확보.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⚡  06  SSE 스트리밍 → 실시간 주문 알림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SESAC — AI Chat 스트리밍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394960" cy="2468880"/>
          </a:xfrm>
          <a:prstGeom prst="roundRect">
            <a:avLst>
              <a:gd name="adj" fmla="val 5556"/>
            </a:avLst>
          </a:prstGeom>
          <a:solidFill>
            <a:srgbClr val="1E1E2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5166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AiChat.jsx — SSE 스트리밍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response.body.getReader();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done, value } = 
    await reader.read();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(done) break;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청크 단위 실시간 처리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setMessages(prev =&gt;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prev.map((msg, i) =&gt;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 === prev.length-1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{...msg, content:
          msg.content+data}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msg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0" y="2331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914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PICK PICK — Supabase Realtime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5394960" cy="2468880"/>
          </a:xfrm>
          <a:prstGeom prst="roundRect">
            <a:avLst>
              <a:gd name="adj" fmla="val 5556"/>
            </a:avLst>
          </a:prstGeom>
          <a:solidFill>
            <a:srgbClr val="1E1E2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298448"/>
            <a:ext cx="5166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hooks/useRealtime.ts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.channel(`order:${orderId}`)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.on(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"postgres_changes",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event: "UPDATE",
      table: "orders" },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(payload) =&gt; {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실시간 상태 업데이트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setStatus(
        payload.new.status);
    }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.subscribe();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11612880" cy="219456"/>
          </a:xfrm>
          <a:prstGeom prst="roundRect">
            <a:avLst>
              <a:gd name="adj" fmla="val 208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9624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⚡  주문 상태 변경 (유저·사장님·라이더)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096512"/>
            <a:ext cx="11612880" cy="219456"/>
          </a:xfrm>
          <a:prstGeom prst="roundRect">
            <a:avLst>
              <a:gd name="adj" fmla="val 208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05656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⚡  새 주문 알림 (사장님)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352544"/>
            <a:ext cx="11612880" cy="219456"/>
          </a:xfrm>
          <a:prstGeom prst="roundRect">
            <a:avLst>
              <a:gd name="adj" fmla="val 208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61688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⚡  라이더 실시간 위치 (배달 중 유저)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608576"/>
            <a:ext cx="11612880" cy="219456"/>
          </a:xfrm>
          <a:prstGeom prst="roundRect">
            <a:avLst>
              <a:gd name="adj" fmla="val 208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1772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⚡  배달 요청 알림 (주변 라이더)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919472"/>
            <a:ext cx="1161288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28616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💡  스트리밍으로 실시간 데이터를 수신하는 패턴 → SSE → WebSocket(Supabase Realtime)으로 진화. 3역할이 동시에 같은 주문을 실시간으로 추적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종합 연결도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4124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Zustand useCartStore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54880" y="8412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841248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0680" y="84124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</a:rPr>
              <a:t>cartStore (배달 장바구니)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43584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4358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Zustand useAuthStore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2435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0" y="1243584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243584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</a:rPr>
              <a:t>authStore (로그인 상태 관리)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4592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role 기반 라우팅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1645920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64592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</a:rPr>
              <a:t>RBAC 미들웨어 (4역할 분기)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048256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4825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mysite4 Router→Service→Repo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04825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2048256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048256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</a:rPr>
              <a:t>API Route 계층 구조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450592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5059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 1:N / M:N 관계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245059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3520" y="2450592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450592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Supabase DB 스키마 설계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852928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85292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 요청 검증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285292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3520" y="2852928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85292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Zod 스키마 검증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255264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5526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 인터셉터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325526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03520" y="3255264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3255264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</a:rPr>
              <a:t>Supabase Client 3종 전략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657600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65760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스트리밍 AI Chat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365760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03520" y="3657600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365760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</a:rPr>
              <a:t>Supabase Realtime (주문 실시간)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4059936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05993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환경변수 관리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54880" y="40599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03520" y="4059936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4059936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</a:rPr>
              <a:t>.env.local + Vercel 환경변수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4462272"/>
            <a:ext cx="4389120" cy="329184"/>
          </a:xfrm>
          <a:prstGeom prst="roundRect">
            <a:avLst>
              <a:gd name="adj" fmla="val 22222"/>
            </a:avLst>
          </a:prstGeom>
          <a:solidFill>
            <a:srgbClr val="6B21A8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46227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54880" y="44622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→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03520" y="4462272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2D1B69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4462272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</a:rPr>
              <a:t>Tailwind + 픽픽 커스텀 테마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4754880"/>
            <a:ext cx="11612880" cy="320040"/>
          </a:xfrm>
          <a:prstGeom prst="roundRect">
            <a:avLst>
              <a:gd name="adj" fmla="val 22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7731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수업에서 배운 10가지 패턴이 실제 서비스 PICK PICK의 핵심 뼈대가 되었습니다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🎓  →  🛵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CD34D"/>
                </a:solidFill>
              </a:rPr>
              <a:t>작은 Todo 앱에서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실시간 배달 플랫폼까지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2606040"/>
            <a:ext cx="60350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4B5FD"/>
                </a:solidFill>
              </a:rPr>
              <a:t>SESAC 도봉에서 익힌 패턴들이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4B5FD"/>
                </a:solidFill>
              </a:rPr>
              <a:t>실제 서비스 개발의 언어가 되었습니다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</a:rPr>
              <a:t>10개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연결된 패턴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74904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</a:rPr>
              <a:t>19명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베타 가입자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74904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</a:rPr>
              <a:t>4개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지원 역할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374904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6B21A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</a:rPr>
              <a:t>4개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6968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실시간 채널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PICK PICK — 파이 생태계 배달 플랫폼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2026-04-29T02:35:06Z</dcterms:created>
  <dcterms:modified xsi:type="dcterms:W3CDTF">2026-04-29T02:35:06Z</dcterms:modified>
</cp:coreProperties>
</file>