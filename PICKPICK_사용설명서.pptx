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88720"/>
            <a:ext cx="3474720" cy="347472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206240"/>
            <a:ext cx="2560320" cy="256032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0" y="6400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🛵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PICK PICK 사용설명서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</a:rPr>
              <a:t>처음 오신 파이오니어를 위한 완벽 가이드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3657600"/>
            <a:ext cx="54864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π  Pi Browser 로그인 · 역할 선택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🛒  주문 · 혼합 결제 (현금 + π 테스트 토큰)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4983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🏪  사장님 가게·메뉴 등록    🛵  라이더 배달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🎁  친구 초대 &amp; PICK 토큰 보상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5FD"/>
                </a:solidFill>
              </a:rPr>
              <a:t>⚠️ 현재 Pi 테스트넷 단계 — 실제 금전 거래가 아닌 테스트 환경입니다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📖  서비스 소개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PICK PICK은 어떤 서비스인가요?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1235"/>
                </a:solidFill>
              </a:rPr>
              <a:t>PICK PICK은 Pi 생태계 안에서 음식을 주문·결제하고, 자체 PICK 토큰으로 적립·보상을 받는 한국형 배달 앱이에요.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1235"/>
                </a:solidFill>
              </a:rPr>
              <a:t>한 앱 안에서 3가지 역할로 참여할 수 있어요.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👤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369A1"/>
                </a:solidFill>
              </a:rPr>
              <a:t>일반 이용자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음식 주문 · 배달 받기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PICK 토큰 적립/사용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리뷰 작성 · 친구 초대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🏪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34340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사장님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가게 등록 · 메뉴 관리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실시간 주문 접수/조리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배달비·영업시간 설정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48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🛵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138160" y="30175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라이더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배달 요청 수락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픽업 → 배달 완료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5"/>
                </a:solidFill>
              </a:rPr>
              <a:t>PICK 수익 적립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109960" cy="1463040"/>
          </a:xfrm>
          <a:prstGeom prst="roundRect">
            <a:avLst>
              <a:gd name="adj" fmla="val 9375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</a:rPr>
              <a:t>🔄  전체 흐름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</a:rPr>
              <a:t>손님이 주문  →  사장님이 접수·조리  →  라이더가 픽업·배달  →  배달 완료 후 리뷰·PICK 적립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하나의 계정으로 시작하고, 역할은 MyPICK에서 언제든 바꿀 수 있어요.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🚀  시작하기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Pi Browser로 로그인하기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Pi Browser로 접속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Pi 앱 내 브라우저에서 PICK PICK 주소를 열어요. (일반 브라우저의 카카오·이메일은 개발자 검토·테스트용)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[Pi Browser로 로그인] 탭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보라색 π 버튼을 누르면 Pi 계정 인증창이 떠요.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권한 허용 (username)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Pi가 사용자 이름 확인을 요청해요. [Allow]를 눌러 진행.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자동 회원가입 완료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처음이면 계정이 자동 생성되고, 역할 선택 화면으로 넘어가요.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로그인 화면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PICK PICK은 Pi 생태계 전용 서비스 — 정식 로그인은 반드시 Pi Browser를 이용하세요.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🚀  시작하기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역할 선택하기 (최초 1회)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548384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69720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69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역할 3가지 중 선택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👤 일반 유저 / 🏪 사장님 / 🛵 라이더 중 하나를 골라요.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6248"/>
            <a:ext cx="6400800" cy="1548384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3264408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64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837688"/>
            <a:ext cx="5349240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[시작하기] 누르기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선택한 역할에 맞는 홈 화면으로 이동해요.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40936"/>
            <a:ext cx="6400800" cy="1548384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4959096"/>
            <a:ext cx="512064" cy="512064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959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4532376"/>
            <a:ext cx="5349240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21A8"/>
                </a:solidFill>
              </a:rPr>
              <a:t>나중에 변경 가능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MyPICK 탭에서 언제든 역할을 바꿀 수 있어요. (부담 없이 선택)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역할 선택 화면 캡처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사장님·라이더는 선택 후 서류 승인 절차가 있어요 (뒤 슬라이드 참고).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💜  지갑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PICK 토큰과 지갑 사용법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</a:rPr>
              <a:t>PICK 토큰은 PICK PICK 안에서 쓰는 포인트형 토큰이에요. 적립하고, 충전하고, 친구에게 보낼 수 있어요.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🎁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적립하기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출석 체크(하루 50 PICK)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친구 초대 · 리뷰 작성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주문 시 등급별 적립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6459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➕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64992" y="25786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충전하기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7872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지갑 [충전] 버튼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테스트용 PICK 직접 충전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(최소 100 PICK)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6459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📤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81344" y="25786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보내기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4224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다른 파이오니어에게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PICK 토큰 전송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(상대 검색 후 송금)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64592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696" y="181051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997696" y="25786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잠금 잔액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0576" y="3017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주문 진행 중 홀드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주문 완료/취소 시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1235"/>
                </a:solidFill>
              </a:rPr>
              <a:t>자동 해제·정산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109960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</a:rPr>
              <a:t>🏆  PICK 등급 (누적 사용량 기준 · 적립률 상승)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6634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🌱 SEED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138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기본 PICK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적립 1%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93008" y="46634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🌿 SPROUT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93008" y="5138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누적 1,000 PICK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적립 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46634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🌳 TREE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08776" y="5138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누적 5,000 PICK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적립 2%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24544" y="466344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24544" y="4773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</a:rPr>
              <a:t>🌲 FOREST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24544" y="513892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누적 20,000 PICK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적립 3% + 혜택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⚠️ 테스트넷: PICK/π는 테스트용이며 실제 금전 가치가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🎁  친구 초대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초대 코드 &amp; PICK 보상 배분 과정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243584"/>
            <a:ext cx="512064" cy="512064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435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E123C"/>
                </a:solidFill>
              </a:rPr>
              <a:t>내 초대 코드 확인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MyPICK → 초대 코드(8자리)를 복사해 파이오니어에게 공유.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286000"/>
            <a:ext cx="512064" cy="512064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185416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E123C"/>
                </a:solidFill>
              </a:rPr>
              <a:t>상대가 코드 입력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새 파이오니어가 가입 시 내 코드를 입력하면 연결돼요.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328416"/>
            <a:ext cx="512064" cy="512064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3284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227832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E123C"/>
                </a:solidFill>
              </a:rPr>
              <a:t>역할별 가입 보상 지급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피초대자에게 역할별 PICK 지급 (아래 표).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78808"/>
            <a:ext cx="63093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370832"/>
            <a:ext cx="512064" cy="512064"/>
          </a:xfrm>
          <a:prstGeom prst="ellipse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3708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270248"/>
            <a:ext cx="5257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E123C"/>
                </a:solidFill>
              </a:rPr>
              <a:t>나에게 초대 보상 5,000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1명당 5,000 PICK · 최대 5명까지 (총 25,000).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40880" y="1051560"/>
            <a:ext cx="475488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1704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</a:rPr>
              <a:t>💰  피초대자 역할별 가입 보상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35"/>
                </a:solidFill>
              </a:rPr>
              <a:t>👤 일반 이용자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66960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+5,000 PICK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21671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35"/>
                </a:solidFill>
              </a:rPr>
              <a:t>🏪 사장님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2167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+20,000 PICK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734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35"/>
                </a:solidFill>
              </a:rPr>
              <a:t>🛵 라이더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66960" y="273405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+10,000 PICK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040880" y="3611880"/>
            <a:ext cx="4754880" cy="1463040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3730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⏳  지급 시점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9480" y="411480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235"/>
                </a:solidFill>
              </a:rPr>
              <a:t>• 일반 이용자 → 코드 입력 즉시 지급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235"/>
                </a:solidFill>
              </a:rPr>
              <a:t>• 사장님 → 가게 등록 + 첫 주문 완료 후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1235"/>
                </a:solidFill>
              </a:rPr>
              <a:t>• 라이더 → 첫 배달 완료 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57800"/>
            <a:ext cx="11338560" cy="868680"/>
          </a:xfrm>
          <a:prstGeom prst="roundRect">
            <a:avLst>
              <a:gd name="adj" fmla="val 12632"/>
            </a:avLst>
          </a:prstGeom>
          <a:solidFill>
            <a:srgbClr val="FFF1F2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257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BE123C"/>
                </a:solidFill>
              </a:rPr>
              <a:t>예시)  내가 A(일반)를 초대 → A 즉시 +5,000, 나 +5,000    |    B(사장님)를 초대 → B가 첫 주문 완료 시 B +20,000, 나 +5,000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'내가 받은 보상'은 실제 지급된 초대 보상 합계로 표시돼요.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🛒  주문하기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가게 고르고 메뉴 담기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홈에서 카테고리 선택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한식·치킨·피자·분식·카페 등 큼직한 카테고리 카드를 탭.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가게 선택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평점·예상 시간·배달비를 보고 원하는 가게로 들어가요.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메뉴 담기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메뉴를 누르고 옵션·수량 선택 후 장바구니에 담아요.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장바구니로 이동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하단 장바구니에서 담은 메뉴와 금액을 확인.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홈 · 가게 상세 화면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가게 상세에서 '기본 배달비 + 거리 할증'과 예상 조리 시간을 미리 볼 수 있어요.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🛒  주문하기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장바구니 · 혼합 결제 (현금 + π)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배달 주소 입력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주소를 넣으면 거리에 맞춘 배달비와 예상 도착 시간이 자동 표시돼요.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결제 수단: π 혼합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테스트넷에서는 '현금 + π 테스트 토큰' 혼합 결제를 사용해요.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1π 테스트 가격·비율 설정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1π의 테스트 가격과 현금 : π 비율(슬라이더)을 정하면 π 수량이 자동 계산.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369A1"/>
                </a:solidFill>
              </a:rPr>
              <a:t>결제 진행 → 주문 완료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혼합 결제 버튼 → Pi로 테스트 결제 승인 → 주문 완료 화면.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장바구니 · 혼합 결제 화면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20km를 넘는 주소는 '배달 불가'로 안내돼요. PICK 토큰 결제는 준비 중입니다.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📦  주문 추적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실시간 주문 상태 따라가기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🧾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결제 확인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주문 접수 대기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7752" y="1554480"/>
            <a:ext cx="274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34640" y="155448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83464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주문 수락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사장님이 확인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554480"/>
            <a:ext cx="274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66360" y="155448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🍳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16636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조리 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음식 준비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51192" y="1554480"/>
            <a:ext cx="274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0" y="155448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🛵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9808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배달 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라이더 픽업·이동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82912" y="1554480"/>
            <a:ext cx="274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829800" y="155448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1783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🎉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829800" y="2606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배달 완료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98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리뷰 작성 유도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886200"/>
            <a:ext cx="1129284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</a:rPr>
              <a:t>💡  PICK주문 탭에서 할 수 있는 것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4348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• 진행 중 주문의 실시간 상태 확인 (배달 중이면 라이더 위치 지도)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• 지난 주문 내역 보기 · 영수증(메뉴·금액·PICK 내역) 확인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• 같은 메뉴 빠른 재주문 · 주문 취소/환불 신청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• 배달 완료 후 리뷰 작성 → PICK 보상 적립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🏪  사장님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사장님 가입 &amp; 가게 등록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역할을 '사장님'으로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역할 선택 또는 MyPICK에서 사장님으로 전환.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가게 정보 입력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가게명·카테고리·주소·전화·소개를 입력.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사업자등록증 업로드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사업자등록증 사진을 첨부해요. (승인 심사용)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관리자 승인 대기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심사중(대기) → 승인 시 영업 시작 / 반려 시 사유 안내.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가게 등록 폼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승인 상태는 3단계: ⏳ 심사중 · ✅ 승인 · ❌ 반려. 승인 후 손님에게 노출돼요.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🏪  사장님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메뉴 등록 &amp; 배달 설정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532120" cy="489204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🍽️  메뉴 등록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①  [메뉴 관리] → [메뉴 추가]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②  메뉴명 · 가격 · 설명 · 사진 입력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③  옵션 그룹 추가 (맵기·사이즈 등)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④  인기 메뉴 지정 · 품절 처리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⑤  순서 정렬 후 저장 → 손님에게 노출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343400"/>
            <a:ext cx="4892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" y="434340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메뉴 등록 화면 캡처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051560"/>
            <a:ext cx="5623560" cy="489204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188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🛵  배달 설정 (거리 연동)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• 기본 배달비 + 기본 구간(km)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• 초과 거리 할증: N km당 +M원 (거리 비례)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   예) 기본 5km/2,000 · 2km당 1,000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        → 7km = 3,000 · 10km = 4,500원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• 서비스 반경(1~20km): 이 안에서만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   가게 노출 + 배달 (밖은 주문 불가)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• 예상 시간 = 조리 시간 + 거리×km당 이동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235"/>
                </a:solidFill>
              </a:rPr>
              <a:t>• 최소 주문금액 · 영업시간 · 휴무 설정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5440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09"/>
                </a:solidFill>
              </a:rPr>
              <a:t>💡 입력하면 '예상 배달비/시간 미리보기'로 바로 확인돼요.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🏪  사장님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실시간 주문 관리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신규 주문 알림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새 주문이 오면 화면 배지 + 알림음(🔔)으로 즉시 알려줘요.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주문 수락 / 거절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주문 내용을 확인하고 수락하면 조리 시작.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조리 완료 → 라이더 호출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음식이 준비되면 '조리 완료' 처리 → 주변 라이더에게 배달 요청.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B45309"/>
                </a:solidFill>
              </a:rPr>
              <a:t>매출·정산 확인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일/주/월 매출 통계와 PICK 정산을 대시보드에서 확인.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사장님 주문 관리 화면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🔔 알림음은 페이지에서 한 번 클릭(또는 종 버튼)하면 이후 자동으로 울려요.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🛵  라이더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라이더 가입 &amp; 서류 제출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197864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978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역할을 '라이더'로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역할 선택 또는 MyPICK에서 라이더로 전환.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14884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093976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배달 수단 선택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자동차 · 오토바이 · 자전거 · 킥보드 중 선택.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512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09981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99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044952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서류 제출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수단에 따라 필요한 서류 사진 업로드 (오른쪽 참고).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04488"/>
            <a:ext cx="64008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4050792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995928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승인 후 배달 시작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심사중 → 승인되면 배달 요청을 받을 수 있어요.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📋  배달 수단별 필요 서류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16459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🚗 자동차 · 🏍️ 오토바이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   • 운전면허증 / 신분증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   • 차량등록증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   • 보험가입증명서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🚲 자전거 · 🛴 킥보드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1235"/>
                </a:solidFill>
              </a:rPr>
              <a:t>   • 신분증 또는 면허증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6400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489204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서류 제출 화면 캡처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서류 제출 후 관리자 검토를 거쳐 승인됩니다. 미승인 시 배달 요청이 오지 않아요.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🛵  라이더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배달 수행 &amp; 수익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7884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78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143000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온라인으로 전환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대시보드에서 '온라인'을 켜면 주변 배달 요청을 받아요.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28900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289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배달 요청 수락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가게·거리·예상 수익을 보고 요청을 수락.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93592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99916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999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픽업 → 배달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가게에서 음식 픽업 → 손님에게 이동(위치 실시간 공유) → 전달.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6400800" cy="1124712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5170932"/>
            <a:ext cx="512064" cy="51206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709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956048"/>
            <a:ext cx="534924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766E"/>
                </a:solidFill>
              </a:rPr>
              <a:t>배달 완료 &amp; 수익 적립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완료 처리하면 PICK 수익 적립. 정산 신청 가능.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51560"/>
            <a:ext cx="4572000" cy="49377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2225">
            <a:solidFill>
              <a:srgbClr val="C4B5F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223760" y="105156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📷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라이더 대시보드 화면 캡처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가게 반경 안의 요청만 노출돼요. 10분간 미활동 시 자동 오프라인.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83464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🧭  기본 화면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2194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하단 탭 &amp; 자주 묻는 질문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86384"/>
            <a:ext cx="11430000" cy="41148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1A8"/>
                </a:solidFill>
              </a:rPr>
              <a:t>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카테고리·가게 탐색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50876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645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64992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1A8"/>
                </a:solidFill>
              </a:rPr>
              <a:t>지갑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PICK 잔액·충전·전송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645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81344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1A8"/>
                </a:solidFill>
              </a:rPr>
              <a:t>PICK주문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1344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주문 내역·실시간 추적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1508760"/>
            <a:ext cx="2606040" cy="1600200"/>
          </a:xfrm>
          <a:prstGeom prst="roundRect">
            <a:avLst>
              <a:gd name="adj" fmla="val 8571"/>
            </a:avLst>
          </a:prstGeom>
          <a:solidFill>
            <a:srgbClr val="EDE9F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16459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97696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21A8"/>
                </a:solidFill>
              </a:rPr>
              <a:t>MyPICK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97696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내 정보·역할·초대·등급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37560"/>
            <a:ext cx="1124712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21A8"/>
                </a:solidFill>
              </a:rPr>
              <a:t>❓  자주 묻는 질문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88620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1235"/>
                </a:solidFill>
              </a:rPr>
              <a:t>Q. 로그인은 어떻게 하나요?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A. Pi Browser의 [Pi Browser로 로그인]을 이용하세요. 카카오·이메일은 개발자 검토·테스트용입니다.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1235"/>
                </a:solidFill>
              </a:rPr>
              <a:t>Q. PICK 토큰은 어떻게 모으나요?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A. 출석 체크(하루 50), 친구 초대(1명 5,000), 리뷰 작성, 주문 적립으로 모을 수 있어요.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1235"/>
                </a:solidFill>
              </a:rPr>
              <a:t>Q. 결제는 진짜 돈인가요?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</a:rPr>
              <a:t>A. 아니요. 지금은 Pi 테스트넷 단계로, π·PICK 모두 테스트용이며 실제 금전 가치가 없습니다.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2926080" cy="292608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572000"/>
            <a:ext cx="2743200" cy="2743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75504" y="8229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이제 PICK PICK을 즐겨보세요!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46888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π  Pi Browser로 로그인하고 역할을 선택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8880" y="35753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🛒  가게 → 메뉴 → 장바구니 → 혼합 결제(현금+π)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40873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🏪  사장님: 가게·메뉴 등록 후 승인받고 영업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68880" y="45994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🛵  라이더: 서류 제출 후 승인받고 배달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51114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🎁  친구를 초대하고 PICK 보상 함께 받기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3280" y="5806440"/>
            <a:ext cx="5486400" cy="320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PICK PICK · Pi 생태계 전용 배달 서비스  (Pi 테스트넷)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2026-07-21T03:41:34Z</dcterms:created>
  <dcterms:modified xsi:type="dcterms:W3CDTF">2026-07-21T03:41:34Z</dcterms:modified>
</cp:coreProperties>
</file>