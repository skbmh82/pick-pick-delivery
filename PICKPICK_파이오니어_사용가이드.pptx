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pick-pick-delivery.vercel.ap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pick-pick-delivery.vercel.ap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C1D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840480"/>
            <a:ext cx="3200400" cy="3200400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0" y="36576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🛵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14173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PICK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CD34D"/>
                </a:solidFill>
              </a:rPr>
              <a:t>파이오니어를 위한 사용 가이드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926080" y="3108960"/>
            <a:ext cx="6309360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32918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4B5FD"/>
                </a:solidFill>
              </a:rPr>
              <a:t>🌐  Web3 파이 네트워크 생태계 배달앱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828800" y="384048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4B5FD"/>
                </a:solidFill>
              </a:rPr>
              <a:t>💜  사장님 수수료 절감 · 상생 플랫폼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828800" y="438912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4B5FD"/>
                </a:solidFill>
              </a:rPr>
              <a:t>🪙  자체 PICK 토큰 결제 · 적립 시스템</a:t>
            </a:r>
            <a:endParaRPr lang="en-US" sz="1500" dirty="0"/>
          </a:p>
        </p:txBody>
      </p:sp>
      <p:sp>
        <p:nvSpPr>
          <p:cNvPr id="11" name="Text 9">
            <a:hlinkClick r:id="rId1" tooltip=""/>
          </p:cNvPr>
          <p:cNvSpPr/>
          <p:nvPr/>
        </p:nvSpPr>
        <p:spPr>
          <a:xfrm>
            <a:off x="3200400" y="548640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FCD34D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pick-pick-delivery.vercel.app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PICK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0040" y="42062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PICK PICK이란?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420624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4B5FD"/>
                </a:solidFill>
              </a:rPr>
              <a:t>개요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C1D95"/>
                </a:solidFill>
              </a:rPr>
              <a:t>파이 네트워크 생태계 전용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4C1D95"/>
                </a:solidFill>
              </a:rPr>
              <a:t>배달 플랫폼입니다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2468880" cy="132588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9050">
            <a:solidFill>
              <a:srgbClr val="E9D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488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🏪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53288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1D95"/>
                </a:solidFill>
              </a:rPr>
              <a:t>사장님 수수료 절감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80720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기존 배달앱 대비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낮은 수수료 구조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2057400"/>
            <a:ext cx="2468880" cy="132588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9050">
            <a:solidFill>
              <a:srgbClr val="E9D5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21488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🪙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00400" y="253288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1D95"/>
                </a:solidFill>
              </a:rPr>
              <a:t>PICK 토큰 경제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0" y="280720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주문 시 PICK 토큰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결제 및 적립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611880"/>
            <a:ext cx="2468880" cy="132588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9050">
            <a:solidFill>
              <a:srgbClr val="E9D5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7033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🛵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7200" y="40873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1D95"/>
                </a:solidFill>
              </a:rPr>
              <a:t>3역할 구조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36168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사용자·사장님·라이더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모두 참여 가능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0" y="3611880"/>
            <a:ext cx="2468880" cy="132588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9050">
            <a:solidFill>
              <a:srgbClr val="E9D5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37033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200400" y="40873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1D95"/>
                </a:solidFill>
              </a:rPr>
              <a:t>Pi Network 연동 예정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0" y="436168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Pi 코인 결제·로그인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(Testnet 승인 후)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17920" y="1097280"/>
            <a:ext cx="5486400" cy="4937760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6217920" y="3383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📷 앱 메인 화면 스크린샷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PICK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0040" y="42062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접속 &amp; 설치 방법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420624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4B5FD"/>
                </a:solidFill>
              </a:rPr>
              <a:t>시작하기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486400" cy="10058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E9D5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499616"/>
            <a:ext cx="384048" cy="384048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4996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132588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1D95"/>
                </a:solidFill>
              </a:rPr>
              <a:t>📱  모바일 브라우저 열기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166420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Chrome · Safari · 카카오톡 내 브라우저 모두 가능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5486400" cy="10058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E9D5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688336"/>
            <a:ext cx="384048" cy="384048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6883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251460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1D95"/>
                </a:solidFill>
              </a:rPr>
              <a:t>🔗  URL 입력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285292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pick-pick-delivery.vercel.app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5486400" cy="10058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E9D5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3877056"/>
            <a:ext cx="384048" cy="384048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8770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88720" y="37033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1D95"/>
                </a:solidFill>
              </a:rPr>
              <a:t>➕  홈 화면에 추가 (선택)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40416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브라우저 메뉴 → '홈 화면에 추가' → 앱처럼 사용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754880"/>
            <a:ext cx="5486400" cy="10058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E9D5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5065776"/>
            <a:ext cx="384048" cy="384048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50657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88720" y="489204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1D95"/>
                </a:solidFill>
              </a:rPr>
              <a:t>🎉  가입 후 시작!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88720" y="52303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이메일 또는 카카오 계정으로 30초 만에 가입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0" y="1097280"/>
            <a:ext cx="2560320" cy="4114800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6400800" y="2971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📷 브라우저 접속 화면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235440" y="1097280"/>
            <a:ext cx="2560320" cy="4114800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9235440" y="2971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📷 홈 화면 추가 화면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5897880"/>
            <a:ext cx="5486400" cy="594360"/>
          </a:xfrm>
          <a:prstGeom prst="roundRect">
            <a:avLst>
              <a:gd name="adj" fmla="val 18462"/>
            </a:avLst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589788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CD34D"/>
                </a:solidFill>
              </a:rPr>
              <a:t>🔗  pick-pick-delivery.vercel.app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PICK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0040" y="42062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가입 &amp; 역할 선택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420624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4B5FD"/>
                </a:solidFill>
              </a:rPr>
              <a:t>처음 한 번만!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1D95"/>
                </a:solidFill>
              </a:rPr>
              <a:t>가입 방법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530352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9050">
            <a:solidFill>
              <a:srgbClr val="E9D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6002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235"/>
                </a:solidFill>
              </a:rPr>
              <a:t>💛  카카오로 시작하기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8745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가장 빠른 방법 — 클릭 한 번으로 가입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530352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9050">
            <a:solidFill>
              <a:srgbClr val="E9D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5146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235"/>
                </a:solidFill>
              </a:rPr>
              <a:t>📧  이메일로 가입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27889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이메일 + 비밀번호 입력 후 가입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520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1D95"/>
                </a:solidFill>
              </a:rPr>
              <a:t>역할 선택 (가입 시 1회)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3977640"/>
            <a:ext cx="1645920" cy="1645920"/>
          </a:xfrm>
          <a:prstGeom prst="roundRect">
            <a:avLst>
              <a:gd name="adj" fmla="val 8333"/>
            </a:avLst>
          </a:prstGeom>
          <a:solidFill>
            <a:srgbClr val="EDE9FE"/>
          </a:solidFill>
          <a:ln w="25400">
            <a:solidFill>
              <a:srgbClr val="6B21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0690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👤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57200" y="4572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21A8"/>
                </a:solidFill>
              </a:rPr>
              <a:t>일반 사용자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8463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음식 주문 &amp; PICK 적립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67712" y="3977640"/>
            <a:ext cx="1645920" cy="1645920"/>
          </a:xfrm>
          <a:prstGeom prst="roundRect">
            <a:avLst>
              <a:gd name="adj" fmla="val 8333"/>
            </a:avLst>
          </a:prstGeom>
          <a:solidFill>
            <a:srgbClr val="FEF3C7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67712" y="40690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🏪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2267712" y="4572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사장님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267712" y="48463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가게 등록 &amp; 주문 관리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078224" y="3977640"/>
            <a:ext cx="1645920" cy="1645920"/>
          </a:xfrm>
          <a:prstGeom prst="roundRect">
            <a:avLst>
              <a:gd name="adj" fmla="val 8333"/>
            </a:avLst>
          </a:prstGeom>
          <a:solidFill>
            <a:srgbClr val="DCFCE7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78224" y="40690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🛵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4078224" y="4572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라이더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078224" y="48463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배달 &amp; 수익 관리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58064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</a:rPr>
              <a:t>⚠️  역할은 가입 후 변경이 어려우니 신중하게 선택해 주세요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0" y="1097280"/>
            <a:ext cx="2560320" cy="5029200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6400800" y="3429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📷 가입 화면 스크린샷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235440" y="1097280"/>
            <a:ext cx="2560320" cy="5029200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9235440" y="3429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📷 역할 선택 화면 스크린샷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PICK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0040" y="42062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일반 사용자 — 음식 주문하기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420624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4B5FD"/>
                </a:solidFill>
              </a:rPr>
              <a:t>사용자 가이드 ①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1828800" cy="16459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E9D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344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🏠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1737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1D95"/>
                </a:solidFill>
              </a:rPr>
              <a:t>홈 화면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02996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카테고리 탭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12848" y="1783080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855F7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651760" y="1143000"/>
            <a:ext cx="1828800" cy="16459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E9D5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12344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🏪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651760" y="1737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1D95"/>
                </a:solidFill>
              </a:rPr>
              <a:t>매장 선택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51760" y="202996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메뉴 확인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98848" y="1783080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855F7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937760" y="1143000"/>
            <a:ext cx="1828800" cy="16459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E9D5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2344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🛒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937760" y="1737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1D95"/>
                </a:solidFill>
              </a:rPr>
              <a:t>메뉴 담기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202996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옵션 선택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784848" y="1783080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855F7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223760" y="1143000"/>
            <a:ext cx="1828800" cy="16459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E9D5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23760" y="12344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💳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223760" y="1737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1D95"/>
                </a:solidFill>
              </a:rPr>
              <a:t>결제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223760" y="202996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PICK 사용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070848" y="1783080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855F7"/>
                </a:solidFill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509760" y="1143000"/>
            <a:ext cx="1828800" cy="16459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E9D5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09760" y="12344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9509760" y="1737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1D95"/>
                </a:solidFill>
              </a:rPr>
              <a:t>주문 완료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509760" y="202996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실시간 추적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3017520"/>
            <a:ext cx="2286000" cy="3291840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365760" y="4480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📷 홈 화면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834640" y="3017520"/>
            <a:ext cx="2286000" cy="3291840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2834640" y="4480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📷 매장 상세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303520" y="3017520"/>
            <a:ext cx="2286000" cy="3291840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5303520" y="4480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📷 메뉴 선택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772400" y="3017520"/>
            <a:ext cx="2286000" cy="3291840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7772400" y="4480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📷 결제 화면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0241280" y="3017520"/>
            <a:ext cx="1554480" cy="3291840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0241280" y="44805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📷 주문 완료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PICK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0040" y="42062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일반 사용자 — 실시간 주문 추적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420624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4B5FD"/>
                </a:solidFill>
              </a:rPr>
              <a:t>사용자 가이드 ②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78408" y="1527048"/>
            <a:ext cx="0" cy="548640"/>
          </a:xfrm>
          <a:prstGeom prst="line">
            <a:avLst/>
          </a:prstGeom>
          <a:noFill/>
          <a:ln w="25400">
            <a:solidFill>
              <a:srgbClr val="E9D5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188720"/>
            <a:ext cx="502920" cy="502920"/>
          </a:xfrm>
          <a:prstGeom prst="ellipse">
            <a:avLst/>
          </a:prstGeom>
          <a:solidFill>
            <a:srgbClr val="F3F4F6"/>
          </a:solidFill>
          <a:ln w="25400">
            <a:solidFill>
              <a:srgbClr val="6B72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⏳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2344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</a:rPr>
              <a:t>결제 확인 중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78408" y="2441448"/>
            <a:ext cx="0" cy="548640"/>
          </a:xfrm>
          <a:prstGeom prst="line">
            <a:avLst/>
          </a:prstGeom>
          <a:noFill/>
          <a:ln w="25400">
            <a:solidFill>
              <a:srgbClr val="E9D5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103120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2148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사장님 수락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78408" y="3355848"/>
            <a:ext cx="0" cy="548640"/>
          </a:xfrm>
          <a:prstGeom prst="line">
            <a:avLst/>
          </a:prstGeom>
          <a:noFill/>
          <a:ln w="25400">
            <a:solidFill>
              <a:srgbClr val="E9D5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017520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A58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🍳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3063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</a:rPr>
              <a:t>조리 중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78408" y="4270248"/>
            <a:ext cx="0" cy="548640"/>
          </a:xfrm>
          <a:prstGeom prst="line">
            <a:avLst/>
          </a:prstGeom>
          <a:noFill/>
          <a:ln w="25400">
            <a:solidFill>
              <a:srgbClr val="E9D5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3931920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B21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🛵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39776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21A8"/>
                </a:solidFill>
              </a:rPr>
              <a:t>라이더 픽업 → 배달 중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31520" y="4846320"/>
            <a:ext cx="502920" cy="502920"/>
          </a:xfrm>
          <a:prstGeom prst="ellipse">
            <a:avLst/>
          </a:prstGeom>
          <a:solidFill>
            <a:srgbClr val="16A34A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846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🎉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71600" y="48920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배달 완료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5760720"/>
            <a:ext cx="5303520" cy="594360"/>
          </a:xfrm>
          <a:prstGeom prst="roundRect">
            <a:avLst>
              <a:gd name="adj" fmla="val 18462"/>
            </a:avLst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5760720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CD34D"/>
                </a:solidFill>
              </a:rPr>
              <a:t>🪙  배달 완료 후 PICK 토큰 자동 적립!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0" y="1097280"/>
            <a:ext cx="5394960" cy="5212080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6400800" y="35204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📷 주문 추적 화면 스크린샷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PICK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0040" y="42062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PICK 지갑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420624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4B5FD"/>
                </a:solidFill>
              </a:rPr>
              <a:t>지갑 탭 안내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548640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E9D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258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💜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12344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1D95"/>
                </a:solidFill>
              </a:rPr>
              <a:t>PICK 잔액 확인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80160" y="1527048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언제든지 실시간 잔액 조회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548640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E9D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2860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⬇️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80160" y="21945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1D95"/>
                </a:solidFill>
              </a:rPr>
              <a:t>충전하기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80160" y="2487168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이벤트·관리자 지급으로 충전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063240"/>
            <a:ext cx="548640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E9D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2461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➡️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280160" y="31546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1D95"/>
                </a:solidFill>
              </a:rPr>
              <a:t>보내기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80160" y="3447288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다른 PICK PICK 사용자에게 전송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023360"/>
            <a:ext cx="548640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E9D5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2062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280160" y="41148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1D95"/>
                </a:solidFill>
              </a:rPr>
              <a:t>거래 내역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80160" y="4407408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충전·사용·적립 전체 이력 확인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983480"/>
            <a:ext cx="548640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E9D5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51663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🧮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280160" y="50749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1D95"/>
                </a:solidFill>
              </a:rPr>
              <a:t>Pi ↔ 원화 계산기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280160" y="5367528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Pi 시세 기준 실시간 환율 계산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583680" y="1097280"/>
            <a:ext cx="2468880" cy="5029200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6583680" y="3429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📷 지갑 잔액 화면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326880" y="1097280"/>
            <a:ext cx="2468880" cy="5029200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9326880" y="3429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📷 Pi 계산기 화면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PICK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0040" y="42062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사장님 — 가게 등록 &amp; 주문 관리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420624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4B5FD"/>
                </a:solidFill>
              </a:rPr>
              <a:t>사장님 가이드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1D95"/>
                </a:solidFill>
              </a:rPr>
              <a:t>① 가게 등록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292608" cy="29260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544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58191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235"/>
                </a:solidFill>
              </a:rPr>
              <a:t>가게 이름·카테고리·주소 입력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194560"/>
            <a:ext cx="292608" cy="29260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1945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22199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235"/>
                </a:solidFill>
              </a:rPr>
              <a:t>대표 이미지·배너 사진 업로드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834640"/>
            <a:ext cx="292608" cy="29260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346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286207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235"/>
                </a:solidFill>
              </a:rPr>
              <a:t>배달비·최소 주문금액 설정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474720"/>
            <a:ext cx="292608" cy="29260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4747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350215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235"/>
                </a:solidFill>
              </a:rPr>
              <a:t>메뉴 등록 (이름·가격·옵션)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4114800"/>
            <a:ext cx="292608" cy="29260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114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414223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235"/>
                </a:solidFill>
              </a:rPr>
              <a:t>관리자 승인 후 오픈 완료 ✅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846320"/>
            <a:ext cx="5303520" cy="27432"/>
          </a:xfrm>
          <a:prstGeom prst="rect">
            <a:avLst/>
          </a:prstGeom>
          <a:solidFill>
            <a:srgbClr val="E9D5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98348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1D95"/>
                </a:solidFill>
              </a:rPr>
              <a:t>② 실시간 주문 수락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54406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🔔 신규 주문 알림  →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828800" y="54406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✅ 수락 버튼 탭  →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200400" y="54406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🍳 조리 완료 처리  →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0" y="54406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🛵 라이더 자동 배정  🎉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0" y="1097280"/>
            <a:ext cx="2560320" cy="2743200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6400800" y="2286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📷 가게 설정 화면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235440" y="1097280"/>
            <a:ext cx="2560320" cy="2743200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9235440" y="2286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📷 메뉴 관리 화면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0" y="4023360"/>
            <a:ext cx="5394960" cy="2194560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6400800" y="49377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📷 주문 수락 화면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PICK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0040" y="42062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라이더 — 배달하기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420624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4B5FD"/>
                </a:solidFill>
              </a:rPr>
              <a:t>라이더 가이드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548640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E9D5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353312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533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70432" y="1234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235"/>
                </a:solidFill>
              </a:rPr>
              <a:t>🟢  온라인 상태 전환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70432" y="154533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라이더 대시보드에서 '배달 가능' 활성화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548640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E9D5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313432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3134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70432" y="2194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235"/>
                </a:solidFill>
              </a:rPr>
              <a:t>🔔  배달 요청 수신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70432" y="250545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주변 배달 가능 주문 알림 수신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548640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E9D5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273552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2735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70432" y="3154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235"/>
                </a:solidFill>
              </a:rPr>
              <a:t>✅  배달 수락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70432" y="346557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수락 버튼 탭 → 픽업 정보 확인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023360"/>
            <a:ext cx="548640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E9D5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4233672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2336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70432" y="4114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235"/>
                </a:solidFill>
              </a:rPr>
              <a:t>📍  가게로 이동 · 픽업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70432" y="442569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지도 안내 따라 매장 방문 후 픽업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983480"/>
            <a:ext cx="548640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E9D5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5193792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51937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70432" y="5074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235"/>
                </a:solidFill>
              </a:rPr>
              <a:t>🛵  배달 완료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70432" y="5385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배달 완료 처리 → PICK 수익 자동 적립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5989320"/>
            <a:ext cx="5303520" cy="502920"/>
          </a:xfrm>
          <a:prstGeom prst="roundRect">
            <a:avLst>
              <a:gd name="adj" fmla="val 21818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598932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💰  배달 완료 시 PICK 토큰 수익 자동 지급 (라이더 대시보드에서 내역 확인)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00800" y="1097280"/>
            <a:ext cx="2560320" cy="5394960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6400800" y="3611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📷 라이더 대시보드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235440" y="1097280"/>
            <a:ext cx="2560320" cy="5394960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9235440" y="3611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📷 배달 지도 화면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PICK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0040" y="42062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친구 초대하고 PICK 받기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420624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4B5FD"/>
                </a:solidFill>
              </a:rPr>
              <a:t>레퍼럴 보상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1D95"/>
                </a:solidFill>
              </a:rPr>
              <a:t>내 초대 코드 공유 → 친구 가입 → PICK 즉시 지급!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3566160" cy="2926080"/>
          </a:xfrm>
          <a:prstGeom prst="roundRect">
            <a:avLst>
              <a:gd name="adj" fmla="val 4688"/>
            </a:avLst>
          </a:prstGeom>
          <a:solidFill>
            <a:srgbClr val="EDE9FE"/>
          </a:solidFill>
          <a:ln w="25400">
            <a:solidFill>
              <a:srgbClr val="6B21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830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👤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21A8"/>
                </a:solidFill>
              </a:rPr>
              <a:t>일반 사용자 초대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697480"/>
            <a:ext cx="3017520" cy="18288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8346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나에게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0632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21A8"/>
                </a:solidFill>
              </a:rPr>
              <a:t>+5,000 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34747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친구에게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7033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21A8"/>
                </a:solidFill>
              </a:rPr>
              <a:t>+5,000 P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97680" y="1691640"/>
            <a:ext cx="3566160" cy="2926080"/>
          </a:xfrm>
          <a:prstGeom prst="roundRect">
            <a:avLst>
              <a:gd name="adj" fmla="val 4688"/>
            </a:avLst>
          </a:prstGeom>
          <a:solidFill>
            <a:srgbClr val="FEF3C7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0" y="17830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🏪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297680" y="22860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</a:rPr>
              <a:t>사장님 초대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0" y="2697480"/>
            <a:ext cx="3017520" cy="182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0" y="28346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나에게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297680" y="30632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</a:rPr>
              <a:t>+5,000 P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297680" y="34747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친구에게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297680" y="37033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</a:rPr>
              <a:t>+20,000 P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138160" y="1691640"/>
            <a:ext cx="3566160" cy="2926080"/>
          </a:xfrm>
          <a:prstGeom prst="roundRect">
            <a:avLst>
              <a:gd name="adj" fmla="val 4688"/>
            </a:avLst>
          </a:prstGeom>
          <a:solidFill>
            <a:srgbClr val="DCFCE7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38160" y="17830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🛵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8138160" y="22860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라이더 초대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412480" y="2697480"/>
            <a:ext cx="3017520" cy="182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38160" y="28346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나에게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138160" y="30632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</a:rPr>
              <a:t>+5,000 P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138160" y="34747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친구에게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138160" y="37033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</a:rPr>
              <a:t>+10,000 P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57200" y="4800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사용 방법: MyPICK 탭 → 친구 초대 → 초대 코드 복사 → 카카오톡·SNS로 공유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5303520"/>
            <a:ext cx="11247120" cy="1188720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457200" y="57150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📷 초대 화면 스크린샷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PICK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0040" y="42062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자주 묻는 질문 (FAQ)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12471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9050">
            <a:solidFill>
              <a:srgbClr val="E9D5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21A8"/>
                </a:solidFill>
              </a:rPr>
              <a:t>Q.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170432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235"/>
                </a:solidFill>
              </a:rPr>
              <a:t>Pi 코인으로 바로 결제할 수 있나요?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481328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A.  현재는 PICK 토큰(내부 포인트)으로 결제합니다.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Pi Network Testnet 승인 후 Pi 코인 직접 결제를 연동할 예정입니다.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112471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9050">
            <a:solidFill>
              <a:srgbClr val="E9D5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1762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21A8"/>
                </a:solidFill>
              </a:rPr>
              <a:t>Q.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176272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235"/>
                </a:solidFill>
              </a:rPr>
              <a:t>PICK 토큰은 어떻게 충전하나요?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487168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A.  현재는 관리자 지급·이벤트 보상으로 충전됩니다.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추후 Pi 코인 → PICK 전환 기능이 추가됩니다.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112471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9050">
            <a:solidFill>
              <a:srgbClr val="E9D5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18211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21A8"/>
                </a:solidFill>
              </a:rPr>
              <a:t>Q.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3182112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235"/>
                </a:solidFill>
              </a:rPr>
              <a:t>사장님으로 가입하면 바로 영업할 수 있나요?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493008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A.  가게 등록 후 관리자 승인이 필요합니다. 보통 1~2일 이내 처리됩니다.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114800"/>
            <a:ext cx="112471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9050">
            <a:solidFill>
              <a:srgbClr val="E9D5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187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21A8"/>
                </a:solidFill>
              </a:rPr>
              <a:t>Q.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4187952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235"/>
                </a:solidFill>
              </a:rPr>
              <a:t>라이더는 어디서나 활동할 수 있나요?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498848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A.  현재 서비스 지역 내에서만 배달 가능합니다.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5120640"/>
            <a:ext cx="112471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9050">
            <a:solidFill>
              <a:srgbClr val="E9D5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1937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21A8"/>
                </a:solidFill>
              </a:rPr>
              <a:t>Q.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5193792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235"/>
                </a:solidFill>
              </a:rPr>
              <a:t>앱 설치가 필요한가요?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5504688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A.  별도 설치 없이 브라우저로 접속 가능합니다. (PWA — 홈 화면에 추가하면 앱처럼 사용 가능)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C1D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914400"/>
            <a:ext cx="5029200" cy="5029200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4114800"/>
            <a:ext cx="3657600" cy="3657600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0" y="45720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dirty="0">
                <a:solidFill>
                  <a:srgbClr val="000000"/>
                </a:solidFill>
              </a:rPr>
              <a:t>🎉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지금 바로 시작해보세요!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CD34D"/>
                </a:solidFill>
              </a:rPr>
              <a:t>PICK PICK과 함께하는 Web3 배달 생태계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926080" y="3108960"/>
            <a:ext cx="6309360" cy="640080"/>
          </a:xfrm>
          <a:prstGeom prst="roundRect">
            <a:avLst>
              <a:gd name="adj" fmla="val 2142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2926080" y="3108960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u="sng" dirty="0">
                <a:solidFill>
                  <a:srgbClr val="FFFFFF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 pick-pick-delivery.vercel.app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828800" y="39776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B5FD"/>
                </a:solidFill>
              </a:rPr>
              <a:t>👤  일반 사용자 — 음식 주문 &amp; PICK 적립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828800" y="4544568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B5FD"/>
                </a:solidFill>
              </a:rPr>
              <a:t>🏪  사장님 — 가게 등록 &amp; 주문 관리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828800" y="5111496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B5FD"/>
                </a:solidFill>
              </a:rPr>
              <a:t>🛵  라이더 — 배달 &amp; 수익 창출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5806440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CD34D"/>
                </a:solidFill>
              </a:rPr>
              <a:t>Pi Network Testnet 승인 후 Pi 코인 로그인 · 결제 연동 예정 🚀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2026-04-27T02:13:28Z</dcterms:created>
  <dcterms:modified xsi:type="dcterms:W3CDTF">2026-04-27T02:13:28Z</dcterms:modified>
</cp:coreProperties>
</file>